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2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Roboto"/>
      <p:regular r:id="rId17"/>
      <p:bold r:id="rId18"/>
      <p:italic r:id="rId19"/>
      <p:boldItalic r:id="rId20"/>
    </p:embeddedFont>
    <p:embeddedFont>
      <p:font typeface="Lato"/>
      <p:regular r:id="rId21"/>
      <p:bold r:id="rId22"/>
      <p:italic r:id="rId23"/>
      <p:boldItalic r:id="rId24"/>
    </p:embeddedFont>
    <p:embeddedFont>
      <p:font typeface="Merriweather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boldItalic.fntdata"/><Relationship Id="rId22" Type="http://schemas.openxmlformats.org/officeDocument/2006/relationships/font" Target="fonts/Lato-bold.fntdata"/><Relationship Id="rId21" Type="http://schemas.openxmlformats.org/officeDocument/2006/relationships/font" Target="fonts/Lato-regular.fntdata"/><Relationship Id="rId24" Type="http://schemas.openxmlformats.org/officeDocument/2006/relationships/font" Target="fonts/Lato-boldItalic.fntdata"/><Relationship Id="rId23" Type="http://schemas.openxmlformats.org/officeDocument/2006/relationships/font" Target="fonts/La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Merriweather-bold.fntdata"/><Relationship Id="rId25" Type="http://schemas.openxmlformats.org/officeDocument/2006/relationships/font" Target="fonts/Merriweather-regular.fntdata"/><Relationship Id="rId28" Type="http://schemas.openxmlformats.org/officeDocument/2006/relationships/font" Target="fonts/Merriweather-boldItalic.fntdata"/><Relationship Id="rId27" Type="http://schemas.openxmlformats.org/officeDocument/2006/relationships/font" Target="fonts/Merriweather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Roboto-regular.fntdata"/><Relationship Id="rId16" Type="http://schemas.openxmlformats.org/officeDocument/2006/relationships/slide" Target="slides/slide11.xml"/><Relationship Id="rId19" Type="http://schemas.openxmlformats.org/officeDocument/2006/relationships/font" Target="fonts/Roboto-italic.fntdata"/><Relationship Id="rId18" Type="http://schemas.openxmlformats.org/officeDocument/2006/relationships/font" Target="fonts/Roboto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8553a7cc80_0_0:notes"/>
          <p:cNvSpPr txBox="1"/>
          <p:nvPr>
            <p:ph idx="1" type="body"/>
          </p:nvPr>
        </p:nvSpPr>
        <p:spPr>
          <a:xfrm>
            <a:off x="685797" y="4343387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425" lIns="45425" spcFirstLastPara="1" rIns="45425" wrap="square" tIns="45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None/>
            </a:pPr>
            <a:r>
              <a:t/>
            </a:r>
            <a:endParaRPr/>
          </a:p>
        </p:txBody>
      </p:sp>
      <p:sp>
        <p:nvSpPr>
          <p:cNvPr id="93" name="Google Shape;93;g38553a7cc80_0_0:notes"/>
          <p:cNvSpPr/>
          <p:nvPr>
            <p:ph idx="2" type="sldImg"/>
          </p:nvPr>
        </p:nvSpPr>
        <p:spPr>
          <a:xfrm>
            <a:off x="1143067" y="685799"/>
            <a:ext cx="45726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4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8553a7cc80_0_343:notes"/>
          <p:cNvSpPr/>
          <p:nvPr>
            <p:ph idx="2" type="sldImg"/>
          </p:nvPr>
        </p:nvSpPr>
        <p:spPr>
          <a:xfrm>
            <a:off x="1143067" y="685799"/>
            <a:ext cx="45726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8553a7cc80_0_343:notes"/>
          <p:cNvSpPr txBox="1"/>
          <p:nvPr>
            <p:ph idx="1" type="body"/>
          </p:nvPr>
        </p:nvSpPr>
        <p:spPr>
          <a:xfrm>
            <a:off x="685797" y="4343387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8553a7cc80_0_112:notes"/>
          <p:cNvSpPr txBox="1"/>
          <p:nvPr>
            <p:ph idx="1" type="body"/>
          </p:nvPr>
        </p:nvSpPr>
        <p:spPr>
          <a:xfrm>
            <a:off x="685797" y="4343387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425" lIns="45425" spcFirstLastPara="1" rIns="45425" wrap="square" tIns="45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None/>
            </a:pPr>
            <a:r>
              <a:t/>
            </a:r>
            <a:endParaRPr/>
          </a:p>
        </p:txBody>
      </p:sp>
      <p:sp>
        <p:nvSpPr>
          <p:cNvPr id="106" name="Google Shape;106;g38553a7cc80_0_112:notes"/>
          <p:cNvSpPr/>
          <p:nvPr>
            <p:ph idx="2" type="sldImg"/>
          </p:nvPr>
        </p:nvSpPr>
        <p:spPr>
          <a:xfrm>
            <a:off x="1143067" y="685799"/>
            <a:ext cx="45726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4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8553a7cc80_0_31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8553a7cc80_0_3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8553a7cc80_0_226:notes"/>
          <p:cNvSpPr/>
          <p:nvPr>
            <p:ph idx="2" type="sldImg"/>
          </p:nvPr>
        </p:nvSpPr>
        <p:spPr>
          <a:xfrm>
            <a:off x="1143067" y="685799"/>
            <a:ext cx="45726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8553a7cc80_0_226:notes"/>
          <p:cNvSpPr txBox="1"/>
          <p:nvPr>
            <p:ph idx="1" type="body"/>
          </p:nvPr>
        </p:nvSpPr>
        <p:spPr>
          <a:xfrm>
            <a:off x="685797" y="4343387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85678b9706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85678b9706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8553a7cc80_0_1492:notes"/>
          <p:cNvSpPr/>
          <p:nvPr>
            <p:ph idx="2" type="sldImg"/>
          </p:nvPr>
        </p:nvSpPr>
        <p:spPr>
          <a:xfrm>
            <a:off x="1143067" y="685799"/>
            <a:ext cx="45726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8553a7cc80_0_1492:notes"/>
          <p:cNvSpPr txBox="1"/>
          <p:nvPr>
            <p:ph idx="1" type="body"/>
          </p:nvPr>
        </p:nvSpPr>
        <p:spPr>
          <a:xfrm>
            <a:off x="685797" y="4343387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8553a7cc80_0_1496:notes"/>
          <p:cNvSpPr/>
          <p:nvPr>
            <p:ph idx="2" type="sldImg"/>
          </p:nvPr>
        </p:nvSpPr>
        <p:spPr>
          <a:xfrm>
            <a:off x="1143067" y="685799"/>
            <a:ext cx="45726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8553a7cc80_0_1496:notes"/>
          <p:cNvSpPr txBox="1"/>
          <p:nvPr>
            <p:ph idx="1" type="body"/>
          </p:nvPr>
        </p:nvSpPr>
        <p:spPr>
          <a:xfrm>
            <a:off x="685797" y="4343387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85678b970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85678b970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8553a7cc80_0_1500:notes"/>
          <p:cNvSpPr/>
          <p:nvPr>
            <p:ph idx="2" type="sldImg"/>
          </p:nvPr>
        </p:nvSpPr>
        <p:spPr>
          <a:xfrm>
            <a:off x="1143067" y="685799"/>
            <a:ext cx="45726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8553a7cc80_0_1500:notes"/>
          <p:cNvSpPr txBox="1"/>
          <p:nvPr>
            <p:ph idx="1" type="body"/>
          </p:nvPr>
        </p:nvSpPr>
        <p:spPr>
          <a:xfrm>
            <a:off x="685797" y="4343387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85678b9706_1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85678b9706_1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-125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/>
          <p:nvPr/>
        </p:nvSpPr>
        <p:spPr>
          <a:xfrm>
            <a:off x="0" y="44125"/>
            <a:ext cx="4313625" cy="4399375"/>
          </a:xfrm>
          <a:custGeom>
            <a:rect b="b" l="l" r="r" t="t"/>
            <a:pathLst>
              <a:path extrusionOk="0" h="175975" w="172545">
                <a:moveTo>
                  <a:pt x="0" y="157"/>
                </a:moveTo>
                <a:lnTo>
                  <a:pt x="172419" y="0"/>
                </a:lnTo>
                <a:lnTo>
                  <a:pt x="172545" y="126541"/>
                </a:lnTo>
                <a:lnTo>
                  <a:pt x="0" y="175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2" name="Google Shape;22;p4"/>
          <p:cNvSpPr/>
          <p:nvPr/>
        </p:nvSpPr>
        <p:spPr>
          <a:xfrm>
            <a:off x="-125" y="0"/>
            <a:ext cx="4316900" cy="4395600"/>
          </a:xfrm>
          <a:custGeom>
            <a:rect b="b" l="l" r="r" t="t"/>
            <a:pathLst>
              <a:path extrusionOk="0" h="175824" w="172676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23" name="Google Shape;23;p4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5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2" type="body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6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>
            <a:off x="0" y="0"/>
            <a:ext cx="37644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7"/>
          <p:cNvSpPr txBox="1"/>
          <p:nvPr>
            <p:ph type="title"/>
          </p:nvPr>
        </p:nvSpPr>
        <p:spPr>
          <a:xfrm>
            <a:off x="311725" y="500925"/>
            <a:ext cx="3127500" cy="182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" name="Google Shape;39;p7"/>
          <p:cNvSpPr txBox="1"/>
          <p:nvPr>
            <p:ph idx="1" type="body"/>
          </p:nvPr>
        </p:nvSpPr>
        <p:spPr>
          <a:xfrm>
            <a:off x="311700" y="2390650"/>
            <a:ext cx="3127500" cy="229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/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43" name="Google Shape;4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9"/>
          <p:cNvSpPr txBox="1"/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" type="subTitle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48" name="Google Shape;48;p9"/>
          <p:cNvSpPr txBox="1"/>
          <p:nvPr>
            <p:ph idx="2" type="body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9" name="Google Shape;49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0"/>
          <p:cNvSpPr txBox="1"/>
          <p:nvPr>
            <p:ph idx="1" type="body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/>
        </p:txBody>
      </p:sp>
      <p:sp>
        <p:nvSpPr>
          <p:cNvPr id="53" name="Google Shape;5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hasCustomPrompt="1" type="title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/>
          <p:nvPr>
            <p:ph idx="1" type="body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57" name="Google Shape;5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3754"/>
            <a:ext cx="9143357" cy="5143138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3"/>
          <p:cNvSpPr/>
          <p:nvPr/>
        </p:nvSpPr>
        <p:spPr>
          <a:xfrm>
            <a:off x="2316356" y="3351072"/>
            <a:ext cx="4866074" cy="24270"/>
          </a:xfrm>
          <a:custGeom>
            <a:rect b="b" l="l" r="r" t="t"/>
            <a:pathLst>
              <a:path extrusionOk="0" h="53340" w="10694669">
                <a:moveTo>
                  <a:pt x="10667601" y="0"/>
                </a:moveTo>
                <a:lnTo>
                  <a:pt x="26606" y="0"/>
                </a:lnTo>
                <a:lnTo>
                  <a:pt x="16264" y="2097"/>
                </a:lnTo>
                <a:lnTo>
                  <a:pt x="7806" y="7809"/>
                </a:lnTo>
                <a:lnTo>
                  <a:pt x="2095" y="16269"/>
                </a:lnTo>
                <a:lnTo>
                  <a:pt x="0" y="26606"/>
                </a:lnTo>
                <a:lnTo>
                  <a:pt x="2095" y="36942"/>
                </a:lnTo>
                <a:lnTo>
                  <a:pt x="7806" y="45397"/>
                </a:lnTo>
                <a:lnTo>
                  <a:pt x="16264" y="51106"/>
                </a:lnTo>
                <a:lnTo>
                  <a:pt x="26606" y="53202"/>
                </a:lnTo>
                <a:lnTo>
                  <a:pt x="10667601" y="53202"/>
                </a:lnTo>
                <a:lnTo>
                  <a:pt x="10677937" y="51106"/>
                </a:lnTo>
                <a:lnTo>
                  <a:pt x="10686393" y="45397"/>
                </a:lnTo>
                <a:lnTo>
                  <a:pt x="10692102" y="36942"/>
                </a:lnTo>
                <a:lnTo>
                  <a:pt x="10694197" y="26606"/>
                </a:lnTo>
                <a:lnTo>
                  <a:pt x="10692102" y="16269"/>
                </a:lnTo>
                <a:lnTo>
                  <a:pt x="10686393" y="7809"/>
                </a:lnTo>
                <a:lnTo>
                  <a:pt x="10677937" y="2097"/>
                </a:lnTo>
                <a:lnTo>
                  <a:pt x="10667601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3"/>
          <p:cNvSpPr/>
          <p:nvPr/>
        </p:nvSpPr>
        <p:spPr>
          <a:xfrm>
            <a:off x="2316356" y="2875500"/>
            <a:ext cx="4866074" cy="476869"/>
          </a:xfrm>
          <a:custGeom>
            <a:rect b="b" l="l" r="r" t="t"/>
            <a:pathLst>
              <a:path extrusionOk="0" h="1025525" w="10694669">
                <a:moveTo>
                  <a:pt x="10694197" y="0"/>
                </a:moveTo>
                <a:lnTo>
                  <a:pt x="0" y="0"/>
                </a:lnTo>
                <a:lnTo>
                  <a:pt x="0" y="1025330"/>
                </a:lnTo>
                <a:lnTo>
                  <a:pt x="10694197" y="1025330"/>
                </a:lnTo>
                <a:lnTo>
                  <a:pt x="10694197" y="0"/>
                </a:lnTo>
                <a:close/>
              </a:path>
            </a:pathLst>
          </a:custGeom>
          <a:solidFill>
            <a:srgbClr val="317DE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2337113" y="2911320"/>
            <a:ext cx="4843500" cy="37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 b="1" sz="2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9pPr>
          </a:lstStyle>
          <a:p/>
        </p:txBody>
      </p:sp>
      <p:sp>
        <p:nvSpPr>
          <p:cNvPr id="65" name="Google Shape;65;p13"/>
          <p:cNvSpPr txBox="1"/>
          <p:nvPr>
            <p:ph idx="2" type="body"/>
          </p:nvPr>
        </p:nvSpPr>
        <p:spPr>
          <a:xfrm>
            <a:off x="2145923" y="2386084"/>
            <a:ext cx="51987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 b="1" sz="2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9pPr>
          </a:lstStyle>
          <a:p/>
        </p:txBody>
      </p:sp>
      <p:sp>
        <p:nvSpPr>
          <p:cNvPr id="66" name="Google Shape;66;p13"/>
          <p:cNvSpPr txBox="1"/>
          <p:nvPr>
            <p:ph idx="3" type="body"/>
          </p:nvPr>
        </p:nvSpPr>
        <p:spPr>
          <a:xfrm>
            <a:off x="2316356" y="3491428"/>
            <a:ext cx="4864500" cy="2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 sz="15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9pPr>
          </a:lstStyle>
          <a:p/>
        </p:txBody>
      </p:sp>
      <p:pic>
        <p:nvPicPr>
          <p:cNvPr id="67" name="Google Shape;6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06545" y="3858976"/>
            <a:ext cx="2829221" cy="930746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34609" y="4676568"/>
            <a:ext cx="1921251" cy="3790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showMasterSp="0">
  <p:cSld name="Title and Content">
    <p:bg>
      <p:bgPr>
        <a:solidFill>
          <a:schemeClr val="lt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/>
          <p:nvPr/>
        </p:nvSpPr>
        <p:spPr>
          <a:xfrm>
            <a:off x="0" y="376907"/>
            <a:ext cx="2250000" cy="531300"/>
          </a:xfrm>
          <a:prstGeom prst="rect">
            <a:avLst/>
          </a:prstGeom>
          <a:solidFill>
            <a:srgbClr val="317DE2"/>
          </a:solidFill>
          <a:ln>
            <a:noFill/>
          </a:ln>
        </p:spPr>
        <p:txBody>
          <a:bodyPr anchorCtr="0" anchor="ctr" bIns="20775" lIns="41575" spcFirstLastPara="1" rIns="41575" wrap="square" tIns="207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4"/>
          <p:cNvSpPr/>
          <p:nvPr/>
        </p:nvSpPr>
        <p:spPr>
          <a:xfrm>
            <a:off x="2273513" y="376907"/>
            <a:ext cx="69341" cy="529133"/>
          </a:xfrm>
          <a:custGeom>
            <a:rect b="b" l="l" r="r" t="t"/>
            <a:pathLst>
              <a:path extrusionOk="0" h="6827520" w="53339">
                <a:moveTo>
                  <a:pt x="26606" y="0"/>
                </a:moveTo>
                <a:lnTo>
                  <a:pt x="16269" y="2095"/>
                </a:lnTo>
                <a:lnTo>
                  <a:pt x="7809" y="7806"/>
                </a:lnTo>
                <a:lnTo>
                  <a:pt x="2097" y="16264"/>
                </a:lnTo>
                <a:lnTo>
                  <a:pt x="0" y="26606"/>
                </a:lnTo>
                <a:lnTo>
                  <a:pt x="0" y="6800368"/>
                </a:lnTo>
                <a:lnTo>
                  <a:pt x="2097" y="6810704"/>
                </a:lnTo>
                <a:lnTo>
                  <a:pt x="7809" y="6819160"/>
                </a:lnTo>
                <a:lnTo>
                  <a:pt x="16269" y="6824869"/>
                </a:lnTo>
                <a:lnTo>
                  <a:pt x="26606" y="6826964"/>
                </a:lnTo>
                <a:lnTo>
                  <a:pt x="36943" y="6824869"/>
                </a:lnTo>
                <a:lnTo>
                  <a:pt x="45403" y="6819160"/>
                </a:lnTo>
                <a:lnTo>
                  <a:pt x="51115" y="6810704"/>
                </a:lnTo>
                <a:lnTo>
                  <a:pt x="53213" y="6800368"/>
                </a:lnTo>
                <a:lnTo>
                  <a:pt x="53213" y="26606"/>
                </a:lnTo>
                <a:lnTo>
                  <a:pt x="51115" y="16264"/>
                </a:lnTo>
                <a:lnTo>
                  <a:pt x="45403" y="7806"/>
                </a:lnTo>
                <a:lnTo>
                  <a:pt x="36943" y="2095"/>
                </a:lnTo>
                <a:lnTo>
                  <a:pt x="26606" y="0"/>
                </a:lnTo>
                <a:close/>
              </a:path>
            </a:pathLst>
          </a:custGeom>
          <a:solidFill>
            <a:srgbClr val="1A1A1A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4"/>
          <p:cNvSpPr txBox="1"/>
          <p:nvPr>
            <p:ph idx="1" type="body"/>
          </p:nvPr>
        </p:nvSpPr>
        <p:spPr>
          <a:xfrm>
            <a:off x="261092" y="572326"/>
            <a:ext cx="1975500" cy="67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 b="1" sz="2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9pPr>
          </a:lstStyle>
          <a:p/>
        </p:txBody>
      </p:sp>
      <p:sp>
        <p:nvSpPr>
          <p:cNvPr id="73" name="Google Shape;73;p14"/>
          <p:cNvSpPr txBox="1"/>
          <p:nvPr>
            <p:ph idx="2" type="body"/>
          </p:nvPr>
        </p:nvSpPr>
        <p:spPr>
          <a:xfrm>
            <a:off x="261381" y="1324141"/>
            <a:ext cx="1975500" cy="56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 sz="9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9pPr>
          </a:lstStyle>
          <a:p/>
        </p:txBody>
      </p:sp>
      <p:sp>
        <p:nvSpPr>
          <p:cNvPr id="74" name="Google Shape;74;p14"/>
          <p:cNvSpPr/>
          <p:nvPr/>
        </p:nvSpPr>
        <p:spPr>
          <a:xfrm>
            <a:off x="7713335" y="4741882"/>
            <a:ext cx="736470" cy="238941"/>
          </a:xfrm>
          <a:custGeom>
            <a:rect b="b" l="l" r="r" t="t"/>
            <a:pathLst>
              <a:path extrusionOk="0" h="525145" w="1618615">
                <a:moveTo>
                  <a:pt x="453097" y="247865"/>
                </a:moveTo>
                <a:lnTo>
                  <a:pt x="449186" y="196367"/>
                </a:lnTo>
                <a:lnTo>
                  <a:pt x="437921" y="151307"/>
                </a:lnTo>
                <a:lnTo>
                  <a:pt x="419925" y="112522"/>
                </a:lnTo>
                <a:lnTo>
                  <a:pt x="395884" y="79870"/>
                </a:lnTo>
                <a:lnTo>
                  <a:pt x="366445" y="53213"/>
                </a:lnTo>
                <a:lnTo>
                  <a:pt x="330708" y="31546"/>
                </a:lnTo>
                <a:lnTo>
                  <a:pt x="330708" y="251650"/>
                </a:lnTo>
                <a:lnTo>
                  <a:pt x="325094" y="307492"/>
                </a:lnTo>
                <a:lnTo>
                  <a:pt x="308851" y="352729"/>
                </a:lnTo>
                <a:lnTo>
                  <a:pt x="282892" y="387540"/>
                </a:lnTo>
                <a:lnTo>
                  <a:pt x="248132" y="412089"/>
                </a:lnTo>
                <a:lnTo>
                  <a:pt x="205486" y="426542"/>
                </a:lnTo>
                <a:lnTo>
                  <a:pt x="155841" y="431076"/>
                </a:lnTo>
                <a:lnTo>
                  <a:pt x="145161" y="431038"/>
                </a:lnTo>
                <a:lnTo>
                  <a:pt x="134264" y="430784"/>
                </a:lnTo>
                <a:lnTo>
                  <a:pt x="124079" y="430098"/>
                </a:lnTo>
                <a:lnTo>
                  <a:pt x="115519" y="428764"/>
                </a:lnTo>
                <a:lnTo>
                  <a:pt x="115519" y="93497"/>
                </a:lnTo>
                <a:lnTo>
                  <a:pt x="124383" y="91821"/>
                </a:lnTo>
                <a:lnTo>
                  <a:pt x="136080" y="90347"/>
                </a:lnTo>
                <a:lnTo>
                  <a:pt x="150622" y="89319"/>
                </a:lnTo>
                <a:lnTo>
                  <a:pt x="168008" y="88925"/>
                </a:lnTo>
                <a:lnTo>
                  <a:pt x="214909" y="93319"/>
                </a:lnTo>
                <a:lnTo>
                  <a:pt x="254800" y="106616"/>
                </a:lnTo>
                <a:lnTo>
                  <a:pt x="286994" y="128943"/>
                </a:lnTo>
                <a:lnTo>
                  <a:pt x="310832" y="160464"/>
                </a:lnTo>
                <a:lnTo>
                  <a:pt x="325628" y="201320"/>
                </a:lnTo>
                <a:lnTo>
                  <a:pt x="330708" y="251650"/>
                </a:lnTo>
                <a:lnTo>
                  <a:pt x="330708" y="31546"/>
                </a:lnTo>
                <a:lnTo>
                  <a:pt x="326796" y="29171"/>
                </a:lnTo>
                <a:lnTo>
                  <a:pt x="279666" y="12636"/>
                </a:lnTo>
                <a:lnTo>
                  <a:pt x="223278" y="3073"/>
                </a:lnTo>
                <a:lnTo>
                  <a:pt x="155841" y="0"/>
                </a:lnTo>
                <a:lnTo>
                  <a:pt x="113093" y="711"/>
                </a:lnTo>
                <a:lnTo>
                  <a:pt x="72212" y="2857"/>
                </a:lnTo>
                <a:lnTo>
                  <a:pt x="34175" y="6413"/>
                </a:lnTo>
                <a:lnTo>
                  <a:pt x="0" y="11417"/>
                </a:lnTo>
                <a:lnTo>
                  <a:pt x="0" y="513930"/>
                </a:lnTo>
                <a:lnTo>
                  <a:pt x="23964" y="516724"/>
                </a:lnTo>
                <a:lnTo>
                  <a:pt x="53784" y="519150"/>
                </a:lnTo>
                <a:lnTo>
                  <a:pt x="89585" y="520877"/>
                </a:lnTo>
                <a:lnTo>
                  <a:pt x="131495" y="521525"/>
                </a:lnTo>
                <a:lnTo>
                  <a:pt x="189534" y="518960"/>
                </a:lnTo>
                <a:lnTo>
                  <a:pt x="242811" y="511162"/>
                </a:lnTo>
                <a:lnTo>
                  <a:pt x="290804" y="498043"/>
                </a:lnTo>
                <a:lnTo>
                  <a:pt x="332955" y="479501"/>
                </a:lnTo>
                <a:lnTo>
                  <a:pt x="368719" y="455409"/>
                </a:lnTo>
                <a:lnTo>
                  <a:pt x="396163" y="427177"/>
                </a:lnTo>
                <a:lnTo>
                  <a:pt x="419430" y="392518"/>
                </a:lnTo>
                <a:lnTo>
                  <a:pt x="437400" y="351231"/>
                </a:lnTo>
                <a:lnTo>
                  <a:pt x="448983" y="303085"/>
                </a:lnTo>
                <a:lnTo>
                  <a:pt x="453097" y="247865"/>
                </a:lnTo>
                <a:close/>
              </a:path>
              <a:path extrusionOk="0" h="525145" w="1618615">
                <a:moveTo>
                  <a:pt x="849947" y="516191"/>
                </a:moveTo>
                <a:lnTo>
                  <a:pt x="848817" y="491236"/>
                </a:lnTo>
                <a:lnTo>
                  <a:pt x="847839" y="463080"/>
                </a:lnTo>
                <a:lnTo>
                  <a:pt x="847140" y="431634"/>
                </a:lnTo>
                <a:lnTo>
                  <a:pt x="846874" y="396836"/>
                </a:lnTo>
                <a:lnTo>
                  <a:pt x="846874" y="144449"/>
                </a:lnTo>
                <a:lnTo>
                  <a:pt x="731316" y="144449"/>
                </a:lnTo>
                <a:lnTo>
                  <a:pt x="731316" y="365671"/>
                </a:lnTo>
                <a:lnTo>
                  <a:pt x="731037" y="372808"/>
                </a:lnTo>
                <a:lnTo>
                  <a:pt x="707301" y="417766"/>
                </a:lnTo>
                <a:lnTo>
                  <a:pt x="668985" y="431076"/>
                </a:lnTo>
                <a:lnTo>
                  <a:pt x="642531" y="425119"/>
                </a:lnTo>
                <a:lnTo>
                  <a:pt x="624332" y="407974"/>
                </a:lnTo>
                <a:lnTo>
                  <a:pt x="613841" y="380707"/>
                </a:lnTo>
                <a:lnTo>
                  <a:pt x="610463" y="344398"/>
                </a:lnTo>
                <a:lnTo>
                  <a:pt x="610463" y="144449"/>
                </a:lnTo>
                <a:lnTo>
                  <a:pt x="494906" y="144449"/>
                </a:lnTo>
                <a:lnTo>
                  <a:pt x="494906" y="362623"/>
                </a:lnTo>
                <a:lnTo>
                  <a:pt x="501205" y="423557"/>
                </a:lnTo>
                <a:lnTo>
                  <a:pt x="519036" y="469226"/>
                </a:lnTo>
                <a:lnTo>
                  <a:pt x="546785" y="500634"/>
                </a:lnTo>
                <a:lnTo>
                  <a:pt x="582866" y="518756"/>
                </a:lnTo>
                <a:lnTo>
                  <a:pt x="625652" y="524573"/>
                </a:lnTo>
                <a:lnTo>
                  <a:pt x="670026" y="518274"/>
                </a:lnTo>
                <a:lnTo>
                  <a:pt x="703491" y="502716"/>
                </a:lnTo>
                <a:lnTo>
                  <a:pt x="727113" y="482879"/>
                </a:lnTo>
                <a:lnTo>
                  <a:pt x="741972" y="463753"/>
                </a:lnTo>
                <a:lnTo>
                  <a:pt x="744245" y="463753"/>
                </a:lnTo>
                <a:lnTo>
                  <a:pt x="749592" y="516191"/>
                </a:lnTo>
                <a:lnTo>
                  <a:pt x="849947" y="516191"/>
                </a:lnTo>
                <a:close/>
              </a:path>
              <a:path extrusionOk="0" h="525145" w="1618615">
                <a:moveTo>
                  <a:pt x="1277759" y="326885"/>
                </a:moveTo>
                <a:lnTo>
                  <a:pt x="1273225" y="280898"/>
                </a:lnTo>
                <a:lnTo>
                  <a:pt x="1260055" y="239864"/>
                </a:lnTo>
                <a:lnTo>
                  <a:pt x="1247533" y="218948"/>
                </a:lnTo>
                <a:lnTo>
                  <a:pt x="1238923" y="204558"/>
                </a:lnTo>
                <a:lnTo>
                  <a:pt x="1210513" y="175742"/>
                </a:lnTo>
                <a:lnTo>
                  <a:pt x="1175537" y="154216"/>
                </a:lnTo>
                <a:lnTo>
                  <a:pt x="1157643" y="148323"/>
                </a:lnTo>
                <a:lnTo>
                  <a:pt x="1157643" y="329958"/>
                </a:lnTo>
                <a:lnTo>
                  <a:pt x="1152537" y="375627"/>
                </a:lnTo>
                <a:lnTo>
                  <a:pt x="1137881" y="410908"/>
                </a:lnTo>
                <a:lnTo>
                  <a:pt x="1114679" y="433641"/>
                </a:lnTo>
                <a:lnTo>
                  <a:pt x="1083906" y="441693"/>
                </a:lnTo>
                <a:lnTo>
                  <a:pt x="1083157" y="441693"/>
                </a:lnTo>
                <a:lnTo>
                  <a:pt x="1050861" y="433222"/>
                </a:lnTo>
                <a:lnTo>
                  <a:pt x="1027264" y="409867"/>
                </a:lnTo>
                <a:lnTo>
                  <a:pt x="1012799" y="374675"/>
                </a:lnTo>
                <a:lnTo>
                  <a:pt x="1007884" y="330708"/>
                </a:lnTo>
                <a:lnTo>
                  <a:pt x="1012063" y="289839"/>
                </a:lnTo>
                <a:lnTo>
                  <a:pt x="1025372" y="254025"/>
                </a:lnTo>
                <a:lnTo>
                  <a:pt x="1048931" y="228612"/>
                </a:lnTo>
                <a:lnTo>
                  <a:pt x="1083906" y="218948"/>
                </a:lnTo>
                <a:lnTo>
                  <a:pt x="1117574" y="228612"/>
                </a:lnTo>
                <a:lnTo>
                  <a:pt x="1140447" y="253936"/>
                </a:lnTo>
                <a:lnTo>
                  <a:pt x="1153502" y="289521"/>
                </a:lnTo>
                <a:lnTo>
                  <a:pt x="1157643" y="329958"/>
                </a:lnTo>
                <a:lnTo>
                  <a:pt x="1157643" y="148323"/>
                </a:lnTo>
                <a:lnTo>
                  <a:pt x="1134618" y="140728"/>
                </a:lnTo>
                <a:lnTo>
                  <a:pt x="1088466" y="136067"/>
                </a:lnTo>
                <a:lnTo>
                  <a:pt x="1039609" y="140665"/>
                </a:lnTo>
                <a:lnTo>
                  <a:pt x="996442" y="154089"/>
                </a:lnTo>
                <a:lnTo>
                  <a:pt x="959637" y="175755"/>
                </a:lnTo>
                <a:lnTo>
                  <a:pt x="929855" y="205041"/>
                </a:lnTo>
                <a:lnTo>
                  <a:pt x="907770" y="241401"/>
                </a:lnTo>
                <a:lnTo>
                  <a:pt x="894016" y="284226"/>
                </a:lnTo>
                <a:lnTo>
                  <a:pt x="889292" y="332955"/>
                </a:lnTo>
                <a:lnTo>
                  <a:pt x="894245" y="381393"/>
                </a:lnTo>
                <a:lnTo>
                  <a:pt x="908405" y="423481"/>
                </a:lnTo>
                <a:lnTo>
                  <a:pt x="930757" y="458812"/>
                </a:lnTo>
                <a:lnTo>
                  <a:pt x="960272" y="486994"/>
                </a:lnTo>
                <a:lnTo>
                  <a:pt x="995946" y="507606"/>
                </a:lnTo>
                <a:lnTo>
                  <a:pt x="1036726" y="520268"/>
                </a:lnTo>
                <a:lnTo>
                  <a:pt x="1081608" y="524573"/>
                </a:lnTo>
                <a:lnTo>
                  <a:pt x="1082382" y="524573"/>
                </a:lnTo>
                <a:lnTo>
                  <a:pt x="1124318" y="520725"/>
                </a:lnTo>
                <a:lnTo>
                  <a:pt x="1164336" y="509054"/>
                </a:lnTo>
                <a:lnTo>
                  <a:pt x="1200772" y="489381"/>
                </a:lnTo>
                <a:lnTo>
                  <a:pt x="1231976" y="461518"/>
                </a:lnTo>
                <a:lnTo>
                  <a:pt x="1245285" y="441693"/>
                </a:lnTo>
                <a:lnTo>
                  <a:pt x="1256322" y="425259"/>
                </a:lnTo>
                <a:lnTo>
                  <a:pt x="1272120" y="380453"/>
                </a:lnTo>
                <a:lnTo>
                  <a:pt x="1277759" y="326885"/>
                </a:lnTo>
                <a:close/>
              </a:path>
              <a:path extrusionOk="0" h="525145" w="1618615">
                <a:moveTo>
                  <a:pt x="1618411" y="150533"/>
                </a:moveTo>
                <a:lnTo>
                  <a:pt x="1598650" y="144424"/>
                </a:lnTo>
                <a:lnTo>
                  <a:pt x="1576603" y="139865"/>
                </a:lnTo>
                <a:lnTo>
                  <a:pt x="1553413" y="137033"/>
                </a:lnTo>
                <a:lnTo>
                  <a:pt x="1530223" y="136055"/>
                </a:lnTo>
                <a:lnTo>
                  <a:pt x="1474876" y="141300"/>
                </a:lnTo>
                <a:lnTo>
                  <a:pt x="1427530" y="156235"/>
                </a:lnTo>
                <a:lnTo>
                  <a:pt x="1388376" y="179628"/>
                </a:lnTo>
                <a:lnTo>
                  <a:pt x="1357591" y="210299"/>
                </a:lnTo>
                <a:lnTo>
                  <a:pt x="1335366" y="247015"/>
                </a:lnTo>
                <a:lnTo>
                  <a:pt x="1321904" y="288569"/>
                </a:lnTo>
                <a:lnTo>
                  <a:pt x="1317371" y="333743"/>
                </a:lnTo>
                <a:lnTo>
                  <a:pt x="1321968" y="381190"/>
                </a:lnTo>
                <a:lnTo>
                  <a:pt x="1335392" y="422783"/>
                </a:lnTo>
                <a:lnTo>
                  <a:pt x="1357045" y="458012"/>
                </a:lnTo>
                <a:lnTo>
                  <a:pt x="1386344" y="486346"/>
                </a:lnTo>
                <a:lnTo>
                  <a:pt x="1422704" y="507225"/>
                </a:lnTo>
                <a:lnTo>
                  <a:pt x="1465541" y="520153"/>
                </a:lnTo>
                <a:lnTo>
                  <a:pt x="1514259" y="524573"/>
                </a:lnTo>
                <a:lnTo>
                  <a:pt x="1546148" y="523240"/>
                </a:lnTo>
                <a:lnTo>
                  <a:pt x="1599057" y="514007"/>
                </a:lnTo>
                <a:lnTo>
                  <a:pt x="1603971" y="421932"/>
                </a:lnTo>
                <a:lnTo>
                  <a:pt x="1590116" y="427050"/>
                </a:lnTo>
                <a:lnTo>
                  <a:pt x="1574609" y="430872"/>
                </a:lnTo>
                <a:lnTo>
                  <a:pt x="1557248" y="433273"/>
                </a:lnTo>
                <a:lnTo>
                  <a:pt x="1537817" y="434098"/>
                </a:lnTo>
                <a:lnTo>
                  <a:pt x="1498168" y="427329"/>
                </a:lnTo>
                <a:lnTo>
                  <a:pt x="1465795" y="407301"/>
                </a:lnTo>
                <a:lnTo>
                  <a:pt x="1443951" y="374446"/>
                </a:lnTo>
                <a:lnTo>
                  <a:pt x="1435938" y="329196"/>
                </a:lnTo>
                <a:lnTo>
                  <a:pt x="1442631" y="287261"/>
                </a:lnTo>
                <a:lnTo>
                  <a:pt x="1462659" y="254304"/>
                </a:lnTo>
                <a:lnTo>
                  <a:pt x="1494218" y="232752"/>
                </a:lnTo>
                <a:lnTo>
                  <a:pt x="1535557" y="225031"/>
                </a:lnTo>
                <a:lnTo>
                  <a:pt x="1556562" y="225958"/>
                </a:lnTo>
                <a:lnTo>
                  <a:pt x="1574152" y="228447"/>
                </a:lnTo>
                <a:lnTo>
                  <a:pt x="1588592" y="232092"/>
                </a:lnTo>
                <a:lnTo>
                  <a:pt x="1600174" y="236435"/>
                </a:lnTo>
                <a:lnTo>
                  <a:pt x="1618411" y="150533"/>
                </a:lnTo>
                <a:close/>
              </a:path>
            </a:pathLst>
          </a:custGeom>
          <a:solidFill>
            <a:srgbClr val="FEB62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4"/>
          <p:cNvSpPr/>
          <p:nvPr/>
        </p:nvSpPr>
        <p:spPr>
          <a:xfrm>
            <a:off x="8500487" y="4761961"/>
            <a:ext cx="176822" cy="219583"/>
          </a:xfrm>
          <a:custGeom>
            <a:rect b="b" l="l" r="r" t="t"/>
            <a:pathLst>
              <a:path extrusionOk="0" h="482600" w="388619">
                <a:moveTo>
                  <a:pt x="388176" y="0"/>
                </a:moveTo>
                <a:lnTo>
                  <a:pt x="281090" y="0"/>
                </a:lnTo>
                <a:lnTo>
                  <a:pt x="281090" y="273331"/>
                </a:lnTo>
                <a:lnTo>
                  <a:pt x="275370" y="327965"/>
                </a:lnTo>
                <a:lnTo>
                  <a:pt x="258558" y="366414"/>
                </a:lnTo>
                <a:lnTo>
                  <a:pt x="231178" y="389143"/>
                </a:lnTo>
                <a:lnTo>
                  <a:pt x="193753" y="396616"/>
                </a:lnTo>
                <a:lnTo>
                  <a:pt x="157139" y="388845"/>
                </a:lnTo>
                <a:lnTo>
                  <a:pt x="130175" y="365621"/>
                </a:lnTo>
                <a:lnTo>
                  <a:pt x="113516" y="327072"/>
                </a:lnTo>
                <a:lnTo>
                  <a:pt x="107818" y="273331"/>
                </a:lnTo>
                <a:lnTo>
                  <a:pt x="107818" y="0"/>
                </a:lnTo>
                <a:lnTo>
                  <a:pt x="0" y="0"/>
                </a:lnTo>
                <a:lnTo>
                  <a:pt x="0" y="264892"/>
                </a:lnTo>
                <a:lnTo>
                  <a:pt x="4253" y="324651"/>
                </a:lnTo>
                <a:lnTo>
                  <a:pt x="16765" y="374300"/>
                </a:lnTo>
                <a:lnTo>
                  <a:pt x="37165" y="414172"/>
                </a:lnTo>
                <a:lnTo>
                  <a:pt x="65082" y="444602"/>
                </a:lnTo>
                <a:lnTo>
                  <a:pt x="100145" y="465925"/>
                </a:lnTo>
                <a:lnTo>
                  <a:pt x="141983" y="478473"/>
                </a:lnTo>
                <a:lnTo>
                  <a:pt x="190224" y="482582"/>
                </a:lnTo>
                <a:lnTo>
                  <a:pt x="240229" y="478290"/>
                </a:lnTo>
                <a:lnTo>
                  <a:pt x="283689" y="465335"/>
                </a:lnTo>
                <a:lnTo>
                  <a:pt x="320188" y="443592"/>
                </a:lnTo>
                <a:lnTo>
                  <a:pt x="349304" y="412939"/>
                </a:lnTo>
                <a:lnTo>
                  <a:pt x="370620" y="373254"/>
                </a:lnTo>
                <a:lnTo>
                  <a:pt x="383717" y="324414"/>
                </a:lnTo>
                <a:lnTo>
                  <a:pt x="388176" y="266295"/>
                </a:lnTo>
                <a:lnTo>
                  <a:pt x="388176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6" name="Google Shape;76;p14"/>
          <p:cNvGrpSpPr/>
          <p:nvPr/>
        </p:nvGrpSpPr>
        <p:grpSpPr>
          <a:xfrm>
            <a:off x="8700930" y="4709624"/>
            <a:ext cx="202706" cy="272043"/>
            <a:chOff x="18406074" y="10234089"/>
            <a:chExt cx="445703" cy="598160"/>
          </a:xfrm>
        </p:grpSpPr>
        <p:sp>
          <p:nvSpPr>
            <p:cNvPr id="77" name="Google Shape;77;p14"/>
            <p:cNvSpPr/>
            <p:nvPr/>
          </p:nvSpPr>
          <p:spPr>
            <a:xfrm>
              <a:off x="18406074" y="10341395"/>
              <a:ext cx="376555" cy="490854"/>
            </a:xfrm>
            <a:custGeom>
              <a:rect b="b" l="l" r="r" t="t"/>
              <a:pathLst>
                <a:path extrusionOk="0" h="490854" w="376555">
                  <a:moveTo>
                    <a:pt x="259248" y="0"/>
                  </a:moveTo>
                  <a:lnTo>
                    <a:pt x="212510" y="3315"/>
                  </a:lnTo>
                  <a:lnTo>
                    <a:pt x="168577" y="13160"/>
                  </a:lnTo>
                  <a:lnTo>
                    <a:pt x="128168" y="29385"/>
                  </a:lnTo>
                  <a:lnTo>
                    <a:pt x="92002" y="51838"/>
                  </a:lnTo>
                  <a:lnTo>
                    <a:pt x="60799" y="80367"/>
                  </a:lnTo>
                  <a:lnTo>
                    <a:pt x="35278" y="114822"/>
                  </a:lnTo>
                  <a:lnTo>
                    <a:pt x="16158" y="155053"/>
                  </a:lnTo>
                  <a:lnTo>
                    <a:pt x="4159" y="200906"/>
                  </a:lnTo>
                  <a:lnTo>
                    <a:pt x="0" y="252233"/>
                  </a:lnTo>
                  <a:lnTo>
                    <a:pt x="3124" y="296015"/>
                  </a:lnTo>
                  <a:lnTo>
                    <a:pt x="12470" y="336820"/>
                  </a:lnTo>
                  <a:lnTo>
                    <a:pt x="27997" y="374067"/>
                  </a:lnTo>
                  <a:lnTo>
                    <a:pt x="49665" y="407177"/>
                  </a:lnTo>
                  <a:lnTo>
                    <a:pt x="77432" y="435568"/>
                  </a:lnTo>
                  <a:lnTo>
                    <a:pt x="111258" y="458660"/>
                  </a:lnTo>
                  <a:lnTo>
                    <a:pt x="151102" y="475874"/>
                  </a:lnTo>
                  <a:lnTo>
                    <a:pt x="196924" y="486627"/>
                  </a:lnTo>
                  <a:lnTo>
                    <a:pt x="248683" y="490341"/>
                  </a:lnTo>
                  <a:lnTo>
                    <a:pt x="289323" y="488424"/>
                  </a:lnTo>
                  <a:lnTo>
                    <a:pt x="323888" y="483469"/>
                  </a:lnTo>
                  <a:lnTo>
                    <a:pt x="351317" y="476664"/>
                  </a:lnTo>
                  <a:lnTo>
                    <a:pt x="370554" y="469200"/>
                  </a:lnTo>
                  <a:lnTo>
                    <a:pt x="354355" y="385380"/>
                  </a:lnTo>
                  <a:lnTo>
                    <a:pt x="336022" y="391357"/>
                  </a:lnTo>
                  <a:lnTo>
                    <a:pt x="313851" y="396278"/>
                  </a:lnTo>
                  <a:lnTo>
                    <a:pt x="289564" y="399616"/>
                  </a:lnTo>
                  <a:lnTo>
                    <a:pt x="264881" y="400846"/>
                  </a:lnTo>
                  <a:lnTo>
                    <a:pt x="212272" y="393858"/>
                  </a:lnTo>
                  <a:lnTo>
                    <a:pt x="169943" y="373685"/>
                  </a:lnTo>
                  <a:lnTo>
                    <a:pt x="138704" y="341508"/>
                  </a:lnTo>
                  <a:lnTo>
                    <a:pt x="119366" y="298511"/>
                  </a:lnTo>
                  <a:lnTo>
                    <a:pt x="112740" y="245877"/>
                  </a:lnTo>
                  <a:lnTo>
                    <a:pt x="120306" y="188964"/>
                  </a:lnTo>
                  <a:lnTo>
                    <a:pt x="141498" y="144930"/>
                  </a:lnTo>
                  <a:lnTo>
                    <a:pt x="174052" y="113642"/>
                  </a:lnTo>
                  <a:lnTo>
                    <a:pt x="215707" y="94967"/>
                  </a:lnTo>
                  <a:lnTo>
                    <a:pt x="264201" y="88772"/>
                  </a:lnTo>
                  <a:lnTo>
                    <a:pt x="291260" y="90238"/>
                  </a:lnTo>
                  <a:lnTo>
                    <a:pt x="315349" y="94150"/>
                  </a:lnTo>
                  <a:lnTo>
                    <a:pt x="336402" y="99775"/>
                  </a:lnTo>
                  <a:lnTo>
                    <a:pt x="354355" y="106384"/>
                  </a:lnTo>
                  <a:lnTo>
                    <a:pt x="376208" y="21161"/>
                  </a:lnTo>
                  <a:lnTo>
                    <a:pt x="357739" y="13689"/>
                  </a:lnTo>
                  <a:lnTo>
                    <a:pt x="331471" y="6878"/>
                  </a:lnTo>
                  <a:lnTo>
                    <a:pt x="298332" y="1917"/>
                  </a:lnTo>
                  <a:lnTo>
                    <a:pt x="259248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8" name="Google Shape;78;p14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8739823" y="10234089"/>
              <a:ext cx="111954" cy="111944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79" name="Google Shape;7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06264" y="4708013"/>
            <a:ext cx="1921251" cy="3790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3368834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5"/>
          <p:cNvSpPr/>
          <p:nvPr/>
        </p:nvSpPr>
        <p:spPr>
          <a:xfrm>
            <a:off x="7713335" y="4741882"/>
            <a:ext cx="736470" cy="238941"/>
          </a:xfrm>
          <a:custGeom>
            <a:rect b="b" l="l" r="r" t="t"/>
            <a:pathLst>
              <a:path extrusionOk="0" h="525145" w="1618615">
                <a:moveTo>
                  <a:pt x="453097" y="247865"/>
                </a:moveTo>
                <a:lnTo>
                  <a:pt x="449186" y="196367"/>
                </a:lnTo>
                <a:lnTo>
                  <a:pt x="437921" y="151307"/>
                </a:lnTo>
                <a:lnTo>
                  <a:pt x="419925" y="112522"/>
                </a:lnTo>
                <a:lnTo>
                  <a:pt x="395884" y="79870"/>
                </a:lnTo>
                <a:lnTo>
                  <a:pt x="366445" y="53213"/>
                </a:lnTo>
                <a:lnTo>
                  <a:pt x="330708" y="31546"/>
                </a:lnTo>
                <a:lnTo>
                  <a:pt x="330708" y="251650"/>
                </a:lnTo>
                <a:lnTo>
                  <a:pt x="325094" y="307492"/>
                </a:lnTo>
                <a:lnTo>
                  <a:pt x="308851" y="352729"/>
                </a:lnTo>
                <a:lnTo>
                  <a:pt x="282892" y="387540"/>
                </a:lnTo>
                <a:lnTo>
                  <a:pt x="248132" y="412089"/>
                </a:lnTo>
                <a:lnTo>
                  <a:pt x="205486" y="426542"/>
                </a:lnTo>
                <a:lnTo>
                  <a:pt x="155841" y="431076"/>
                </a:lnTo>
                <a:lnTo>
                  <a:pt x="145161" y="431038"/>
                </a:lnTo>
                <a:lnTo>
                  <a:pt x="134264" y="430784"/>
                </a:lnTo>
                <a:lnTo>
                  <a:pt x="124079" y="430098"/>
                </a:lnTo>
                <a:lnTo>
                  <a:pt x="115519" y="428764"/>
                </a:lnTo>
                <a:lnTo>
                  <a:pt x="115519" y="93497"/>
                </a:lnTo>
                <a:lnTo>
                  <a:pt x="124383" y="91821"/>
                </a:lnTo>
                <a:lnTo>
                  <a:pt x="136080" y="90347"/>
                </a:lnTo>
                <a:lnTo>
                  <a:pt x="150622" y="89319"/>
                </a:lnTo>
                <a:lnTo>
                  <a:pt x="168008" y="88925"/>
                </a:lnTo>
                <a:lnTo>
                  <a:pt x="214909" y="93319"/>
                </a:lnTo>
                <a:lnTo>
                  <a:pt x="254800" y="106616"/>
                </a:lnTo>
                <a:lnTo>
                  <a:pt x="286994" y="128943"/>
                </a:lnTo>
                <a:lnTo>
                  <a:pt x="310832" y="160464"/>
                </a:lnTo>
                <a:lnTo>
                  <a:pt x="325628" y="201320"/>
                </a:lnTo>
                <a:lnTo>
                  <a:pt x="330708" y="251650"/>
                </a:lnTo>
                <a:lnTo>
                  <a:pt x="330708" y="31546"/>
                </a:lnTo>
                <a:lnTo>
                  <a:pt x="326796" y="29171"/>
                </a:lnTo>
                <a:lnTo>
                  <a:pt x="279666" y="12636"/>
                </a:lnTo>
                <a:lnTo>
                  <a:pt x="223278" y="3073"/>
                </a:lnTo>
                <a:lnTo>
                  <a:pt x="155841" y="0"/>
                </a:lnTo>
                <a:lnTo>
                  <a:pt x="113093" y="711"/>
                </a:lnTo>
                <a:lnTo>
                  <a:pt x="72212" y="2857"/>
                </a:lnTo>
                <a:lnTo>
                  <a:pt x="34175" y="6413"/>
                </a:lnTo>
                <a:lnTo>
                  <a:pt x="0" y="11417"/>
                </a:lnTo>
                <a:lnTo>
                  <a:pt x="0" y="513930"/>
                </a:lnTo>
                <a:lnTo>
                  <a:pt x="23964" y="516724"/>
                </a:lnTo>
                <a:lnTo>
                  <a:pt x="53784" y="519150"/>
                </a:lnTo>
                <a:lnTo>
                  <a:pt x="89585" y="520877"/>
                </a:lnTo>
                <a:lnTo>
                  <a:pt x="131495" y="521525"/>
                </a:lnTo>
                <a:lnTo>
                  <a:pt x="189534" y="518960"/>
                </a:lnTo>
                <a:lnTo>
                  <a:pt x="242811" y="511162"/>
                </a:lnTo>
                <a:lnTo>
                  <a:pt x="290804" y="498043"/>
                </a:lnTo>
                <a:lnTo>
                  <a:pt x="332955" y="479501"/>
                </a:lnTo>
                <a:lnTo>
                  <a:pt x="368719" y="455409"/>
                </a:lnTo>
                <a:lnTo>
                  <a:pt x="396163" y="427177"/>
                </a:lnTo>
                <a:lnTo>
                  <a:pt x="419430" y="392518"/>
                </a:lnTo>
                <a:lnTo>
                  <a:pt x="437400" y="351231"/>
                </a:lnTo>
                <a:lnTo>
                  <a:pt x="448983" y="303085"/>
                </a:lnTo>
                <a:lnTo>
                  <a:pt x="453097" y="247865"/>
                </a:lnTo>
                <a:close/>
              </a:path>
              <a:path extrusionOk="0" h="525145" w="1618615">
                <a:moveTo>
                  <a:pt x="849947" y="516191"/>
                </a:moveTo>
                <a:lnTo>
                  <a:pt x="848817" y="491236"/>
                </a:lnTo>
                <a:lnTo>
                  <a:pt x="847839" y="463080"/>
                </a:lnTo>
                <a:lnTo>
                  <a:pt x="847140" y="431634"/>
                </a:lnTo>
                <a:lnTo>
                  <a:pt x="846874" y="396836"/>
                </a:lnTo>
                <a:lnTo>
                  <a:pt x="846874" y="144449"/>
                </a:lnTo>
                <a:lnTo>
                  <a:pt x="731316" y="144449"/>
                </a:lnTo>
                <a:lnTo>
                  <a:pt x="731316" y="365671"/>
                </a:lnTo>
                <a:lnTo>
                  <a:pt x="731037" y="372808"/>
                </a:lnTo>
                <a:lnTo>
                  <a:pt x="707301" y="417766"/>
                </a:lnTo>
                <a:lnTo>
                  <a:pt x="668985" y="431076"/>
                </a:lnTo>
                <a:lnTo>
                  <a:pt x="642531" y="425119"/>
                </a:lnTo>
                <a:lnTo>
                  <a:pt x="624332" y="407974"/>
                </a:lnTo>
                <a:lnTo>
                  <a:pt x="613841" y="380707"/>
                </a:lnTo>
                <a:lnTo>
                  <a:pt x="610463" y="344398"/>
                </a:lnTo>
                <a:lnTo>
                  <a:pt x="610463" y="144449"/>
                </a:lnTo>
                <a:lnTo>
                  <a:pt x="494906" y="144449"/>
                </a:lnTo>
                <a:lnTo>
                  <a:pt x="494906" y="362623"/>
                </a:lnTo>
                <a:lnTo>
                  <a:pt x="501205" y="423557"/>
                </a:lnTo>
                <a:lnTo>
                  <a:pt x="519036" y="469226"/>
                </a:lnTo>
                <a:lnTo>
                  <a:pt x="546785" y="500634"/>
                </a:lnTo>
                <a:lnTo>
                  <a:pt x="582866" y="518756"/>
                </a:lnTo>
                <a:lnTo>
                  <a:pt x="625652" y="524573"/>
                </a:lnTo>
                <a:lnTo>
                  <a:pt x="670026" y="518274"/>
                </a:lnTo>
                <a:lnTo>
                  <a:pt x="703491" y="502716"/>
                </a:lnTo>
                <a:lnTo>
                  <a:pt x="727113" y="482879"/>
                </a:lnTo>
                <a:lnTo>
                  <a:pt x="741972" y="463753"/>
                </a:lnTo>
                <a:lnTo>
                  <a:pt x="744245" y="463753"/>
                </a:lnTo>
                <a:lnTo>
                  <a:pt x="749592" y="516191"/>
                </a:lnTo>
                <a:lnTo>
                  <a:pt x="849947" y="516191"/>
                </a:lnTo>
                <a:close/>
              </a:path>
              <a:path extrusionOk="0" h="525145" w="1618615">
                <a:moveTo>
                  <a:pt x="1277759" y="326885"/>
                </a:moveTo>
                <a:lnTo>
                  <a:pt x="1273225" y="280898"/>
                </a:lnTo>
                <a:lnTo>
                  <a:pt x="1260055" y="239864"/>
                </a:lnTo>
                <a:lnTo>
                  <a:pt x="1247533" y="218948"/>
                </a:lnTo>
                <a:lnTo>
                  <a:pt x="1238923" y="204558"/>
                </a:lnTo>
                <a:lnTo>
                  <a:pt x="1210513" y="175742"/>
                </a:lnTo>
                <a:lnTo>
                  <a:pt x="1175537" y="154216"/>
                </a:lnTo>
                <a:lnTo>
                  <a:pt x="1157643" y="148323"/>
                </a:lnTo>
                <a:lnTo>
                  <a:pt x="1157643" y="329958"/>
                </a:lnTo>
                <a:lnTo>
                  <a:pt x="1152537" y="375627"/>
                </a:lnTo>
                <a:lnTo>
                  <a:pt x="1137881" y="410908"/>
                </a:lnTo>
                <a:lnTo>
                  <a:pt x="1114679" y="433641"/>
                </a:lnTo>
                <a:lnTo>
                  <a:pt x="1083906" y="441693"/>
                </a:lnTo>
                <a:lnTo>
                  <a:pt x="1083157" y="441693"/>
                </a:lnTo>
                <a:lnTo>
                  <a:pt x="1050861" y="433222"/>
                </a:lnTo>
                <a:lnTo>
                  <a:pt x="1027264" y="409867"/>
                </a:lnTo>
                <a:lnTo>
                  <a:pt x="1012799" y="374675"/>
                </a:lnTo>
                <a:lnTo>
                  <a:pt x="1007884" y="330708"/>
                </a:lnTo>
                <a:lnTo>
                  <a:pt x="1012063" y="289839"/>
                </a:lnTo>
                <a:lnTo>
                  <a:pt x="1025372" y="254025"/>
                </a:lnTo>
                <a:lnTo>
                  <a:pt x="1048931" y="228612"/>
                </a:lnTo>
                <a:lnTo>
                  <a:pt x="1083906" y="218948"/>
                </a:lnTo>
                <a:lnTo>
                  <a:pt x="1117574" y="228612"/>
                </a:lnTo>
                <a:lnTo>
                  <a:pt x="1140447" y="253936"/>
                </a:lnTo>
                <a:lnTo>
                  <a:pt x="1153502" y="289521"/>
                </a:lnTo>
                <a:lnTo>
                  <a:pt x="1157643" y="329958"/>
                </a:lnTo>
                <a:lnTo>
                  <a:pt x="1157643" y="148323"/>
                </a:lnTo>
                <a:lnTo>
                  <a:pt x="1134618" y="140728"/>
                </a:lnTo>
                <a:lnTo>
                  <a:pt x="1088466" y="136067"/>
                </a:lnTo>
                <a:lnTo>
                  <a:pt x="1039609" y="140665"/>
                </a:lnTo>
                <a:lnTo>
                  <a:pt x="996442" y="154089"/>
                </a:lnTo>
                <a:lnTo>
                  <a:pt x="959637" y="175755"/>
                </a:lnTo>
                <a:lnTo>
                  <a:pt x="929855" y="205041"/>
                </a:lnTo>
                <a:lnTo>
                  <a:pt x="907770" y="241401"/>
                </a:lnTo>
                <a:lnTo>
                  <a:pt x="894016" y="284226"/>
                </a:lnTo>
                <a:lnTo>
                  <a:pt x="889292" y="332955"/>
                </a:lnTo>
                <a:lnTo>
                  <a:pt x="894245" y="381393"/>
                </a:lnTo>
                <a:lnTo>
                  <a:pt x="908405" y="423481"/>
                </a:lnTo>
                <a:lnTo>
                  <a:pt x="930757" y="458812"/>
                </a:lnTo>
                <a:lnTo>
                  <a:pt x="960272" y="486994"/>
                </a:lnTo>
                <a:lnTo>
                  <a:pt x="995946" y="507606"/>
                </a:lnTo>
                <a:lnTo>
                  <a:pt x="1036726" y="520268"/>
                </a:lnTo>
                <a:lnTo>
                  <a:pt x="1081608" y="524573"/>
                </a:lnTo>
                <a:lnTo>
                  <a:pt x="1082382" y="524573"/>
                </a:lnTo>
                <a:lnTo>
                  <a:pt x="1124318" y="520725"/>
                </a:lnTo>
                <a:lnTo>
                  <a:pt x="1164336" y="509054"/>
                </a:lnTo>
                <a:lnTo>
                  <a:pt x="1200772" y="489381"/>
                </a:lnTo>
                <a:lnTo>
                  <a:pt x="1231976" y="461518"/>
                </a:lnTo>
                <a:lnTo>
                  <a:pt x="1245285" y="441693"/>
                </a:lnTo>
                <a:lnTo>
                  <a:pt x="1256322" y="425259"/>
                </a:lnTo>
                <a:lnTo>
                  <a:pt x="1272120" y="380453"/>
                </a:lnTo>
                <a:lnTo>
                  <a:pt x="1277759" y="326885"/>
                </a:lnTo>
                <a:close/>
              </a:path>
              <a:path extrusionOk="0" h="525145" w="1618615">
                <a:moveTo>
                  <a:pt x="1618411" y="150533"/>
                </a:moveTo>
                <a:lnTo>
                  <a:pt x="1598650" y="144424"/>
                </a:lnTo>
                <a:lnTo>
                  <a:pt x="1576603" y="139865"/>
                </a:lnTo>
                <a:lnTo>
                  <a:pt x="1553413" y="137033"/>
                </a:lnTo>
                <a:lnTo>
                  <a:pt x="1530223" y="136055"/>
                </a:lnTo>
                <a:lnTo>
                  <a:pt x="1474876" y="141300"/>
                </a:lnTo>
                <a:lnTo>
                  <a:pt x="1427530" y="156235"/>
                </a:lnTo>
                <a:lnTo>
                  <a:pt x="1388376" y="179628"/>
                </a:lnTo>
                <a:lnTo>
                  <a:pt x="1357591" y="210299"/>
                </a:lnTo>
                <a:lnTo>
                  <a:pt x="1335366" y="247015"/>
                </a:lnTo>
                <a:lnTo>
                  <a:pt x="1321904" y="288569"/>
                </a:lnTo>
                <a:lnTo>
                  <a:pt x="1317371" y="333743"/>
                </a:lnTo>
                <a:lnTo>
                  <a:pt x="1321968" y="381190"/>
                </a:lnTo>
                <a:lnTo>
                  <a:pt x="1335392" y="422783"/>
                </a:lnTo>
                <a:lnTo>
                  <a:pt x="1357045" y="458012"/>
                </a:lnTo>
                <a:lnTo>
                  <a:pt x="1386344" y="486346"/>
                </a:lnTo>
                <a:lnTo>
                  <a:pt x="1422704" y="507225"/>
                </a:lnTo>
                <a:lnTo>
                  <a:pt x="1465541" y="520153"/>
                </a:lnTo>
                <a:lnTo>
                  <a:pt x="1514259" y="524573"/>
                </a:lnTo>
                <a:lnTo>
                  <a:pt x="1546148" y="523240"/>
                </a:lnTo>
                <a:lnTo>
                  <a:pt x="1599057" y="514007"/>
                </a:lnTo>
                <a:lnTo>
                  <a:pt x="1603971" y="421932"/>
                </a:lnTo>
                <a:lnTo>
                  <a:pt x="1590116" y="427050"/>
                </a:lnTo>
                <a:lnTo>
                  <a:pt x="1574609" y="430872"/>
                </a:lnTo>
                <a:lnTo>
                  <a:pt x="1557248" y="433273"/>
                </a:lnTo>
                <a:lnTo>
                  <a:pt x="1537817" y="434098"/>
                </a:lnTo>
                <a:lnTo>
                  <a:pt x="1498168" y="427329"/>
                </a:lnTo>
                <a:lnTo>
                  <a:pt x="1465795" y="407301"/>
                </a:lnTo>
                <a:lnTo>
                  <a:pt x="1443951" y="374446"/>
                </a:lnTo>
                <a:lnTo>
                  <a:pt x="1435938" y="329196"/>
                </a:lnTo>
                <a:lnTo>
                  <a:pt x="1442631" y="287261"/>
                </a:lnTo>
                <a:lnTo>
                  <a:pt x="1462659" y="254304"/>
                </a:lnTo>
                <a:lnTo>
                  <a:pt x="1494218" y="232752"/>
                </a:lnTo>
                <a:lnTo>
                  <a:pt x="1535557" y="225031"/>
                </a:lnTo>
                <a:lnTo>
                  <a:pt x="1556562" y="225958"/>
                </a:lnTo>
                <a:lnTo>
                  <a:pt x="1574152" y="228447"/>
                </a:lnTo>
                <a:lnTo>
                  <a:pt x="1588592" y="232092"/>
                </a:lnTo>
                <a:lnTo>
                  <a:pt x="1600174" y="236435"/>
                </a:lnTo>
                <a:lnTo>
                  <a:pt x="1618411" y="150533"/>
                </a:lnTo>
                <a:close/>
              </a:path>
            </a:pathLst>
          </a:custGeom>
          <a:solidFill>
            <a:srgbClr val="FEB62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5"/>
          <p:cNvSpPr/>
          <p:nvPr/>
        </p:nvSpPr>
        <p:spPr>
          <a:xfrm>
            <a:off x="8500487" y="4761961"/>
            <a:ext cx="176822" cy="219583"/>
          </a:xfrm>
          <a:custGeom>
            <a:rect b="b" l="l" r="r" t="t"/>
            <a:pathLst>
              <a:path extrusionOk="0" h="482600" w="388619">
                <a:moveTo>
                  <a:pt x="388176" y="0"/>
                </a:moveTo>
                <a:lnTo>
                  <a:pt x="281090" y="0"/>
                </a:lnTo>
                <a:lnTo>
                  <a:pt x="281090" y="273331"/>
                </a:lnTo>
                <a:lnTo>
                  <a:pt x="275370" y="327965"/>
                </a:lnTo>
                <a:lnTo>
                  <a:pt x="258558" y="366414"/>
                </a:lnTo>
                <a:lnTo>
                  <a:pt x="231178" y="389143"/>
                </a:lnTo>
                <a:lnTo>
                  <a:pt x="193753" y="396616"/>
                </a:lnTo>
                <a:lnTo>
                  <a:pt x="157139" y="388845"/>
                </a:lnTo>
                <a:lnTo>
                  <a:pt x="130175" y="365621"/>
                </a:lnTo>
                <a:lnTo>
                  <a:pt x="113516" y="327072"/>
                </a:lnTo>
                <a:lnTo>
                  <a:pt x="107818" y="273331"/>
                </a:lnTo>
                <a:lnTo>
                  <a:pt x="107818" y="0"/>
                </a:lnTo>
                <a:lnTo>
                  <a:pt x="0" y="0"/>
                </a:lnTo>
                <a:lnTo>
                  <a:pt x="0" y="264892"/>
                </a:lnTo>
                <a:lnTo>
                  <a:pt x="4253" y="324651"/>
                </a:lnTo>
                <a:lnTo>
                  <a:pt x="16765" y="374300"/>
                </a:lnTo>
                <a:lnTo>
                  <a:pt x="37165" y="414172"/>
                </a:lnTo>
                <a:lnTo>
                  <a:pt x="65082" y="444602"/>
                </a:lnTo>
                <a:lnTo>
                  <a:pt x="100145" y="465925"/>
                </a:lnTo>
                <a:lnTo>
                  <a:pt x="141983" y="478473"/>
                </a:lnTo>
                <a:lnTo>
                  <a:pt x="190224" y="482582"/>
                </a:lnTo>
                <a:lnTo>
                  <a:pt x="240229" y="478290"/>
                </a:lnTo>
                <a:lnTo>
                  <a:pt x="283689" y="465335"/>
                </a:lnTo>
                <a:lnTo>
                  <a:pt x="320188" y="443592"/>
                </a:lnTo>
                <a:lnTo>
                  <a:pt x="349304" y="412939"/>
                </a:lnTo>
                <a:lnTo>
                  <a:pt x="370620" y="373254"/>
                </a:lnTo>
                <a:lnTo>
                  <a:pt x="383717" y="324414"/>
                </a:lnTo>
                <a:lnTo>
                  <a:pt x="388176" y="266295"/>
                </a:lnTo>
                <a:lnTo>
                  <a:pt x="388176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4" name="Google Shape;84;p15"/>
          <p:cNvGrpSpPr/>
          <p:nvPr/>
        </p:nvGrpSpPr>
        <p:grpSpPr>
          <a:xfrm>
            <a:off x="8700930" y="4709624"/>
            <a:ext cx="202706" cy="272043"/>
            <a:chOff x="18406074" y="10234089"/>
            <a:chExt cx="445703" cy="598160"/>
          </a:xfrm>
        </p:grpSpPr>
        <p:sp>
          <p:nvSpPr>
            <p:cNvPr id="85" name="Google Shape;85;p15"/>
            <p:cNvSpPr/>
            <p:nvPr/>
          </p:nvSpPr>
          <p:spPr>
            <a:xfrm>
              <a:off x="18406074" y="10341395"/>
              <a:ext cx="376555" cy="490854"/>
            </a:xfrm>
            <a:custGeom>
              <a:rect b="b" l="l" r="r" t="t"/>
              <a:pathLst>
                <a:path extrusionOk="0" h="490854" w="376555">
                  <a:moveTo>
                    <a:pt x="259248" y="0"/>
                  </a:moveTo>
                  <a:lnTo>
                    <a:pt x="212510" y="3315"/>
                  </a:lnTo>
                  <a:lnTo>
                    <a:pt x="168577" y="13160"/>
                  </a:lnTo>
                  <a:lnTo>
                    <a:pt x="128168" y="29385"/>
                  </a:lnTo>
                  <a:lnTo>
                    <a:pt x="92002" y="51838"/>
                  </a:lnTo>
                  <a:lnTo>
                    <a:pt x="60799" y="80367"/>
                  </a:lnTo>
                  <a:lnTo>
                    <a:pt x="35278" y="114822"/>
                  </a:lnTo>
                  <a:lnTo>
                    <a:pt x="16158" y="155053"/>
                  </a:lnTo>
                  <a:lnTo>
                    <a:pt x="4159" y="200906"/>
                  </a:lnTo>
                  <a:lnTo>
                    <a:pt x="0" y="252233"/>
                  </a:lnTo>
                  <a:lnTo>
                    <a:pt x="3124" y="296015"/>
                  </a:lnTo>
                  <a:lnTo>
                    <a:pt x="12470" y="336820"/>
                  </a:lnTo>
                  <a:lnTo>
                    <a:pt x="27997" y="374067"/>
                  </a:lnTo>
                  <a:lnTo>
                    <a:pt x="49665" y="407177"/>
                  </a:lnTo>
                  <a:lnTo>
                    <a:pt x="77432" y="435568"/>
                  </a:lnTo>
                  <a:lnTo>
                    <a:pt x="111258" y="458660"/>
                  </a:lnTo>
                  <a:lnTo>
                    <a:pt x="151102" y="475874"/>
                  </a:lnTo>
                  <a:lnTo>
                    <a:pt x="196924" y="486627"/>
                  </a:lnTo>
                  <a:lnTo>
                    <a:pt x="248683" y="490341"/>
                  </a:lnTo>
                  <a:lnTo>
                    <a:pt x="289323" y="488424"/>
                  </a:lnTo>
                  <a:lnTo>
                    <a:pt x="323888" y="483469"/>
                  </a:lnTo>
                  <a:lnTo>
                    <a:pt x="351317" y="476664"/>
                  </a:lnTo>
                  <a:lnTo>
                    <a:pt x="370554" y="469200"/>
                  </a:lnTo>
                  <a:lnTo>
                    <a:pt x="354355" y="385380"/>
                  </a:lnTo>
                  <a:lnTo>
                    <a:pt x="336022" y="391357"/>
                  </a:lnTo>
                  <a:lnTo>
                    <a:pt x="313851" y="396278"/>
                  </a:lnTo>
                  <a:lnTo>
                    <a:pt x="289564" y="399616"/>
                  </a:lnTo>
                  <a:lnTo>
                    <a:pt x="264881" y="400846"/>
                  </a:lnTo>
                  <a:lnTo>
                    <a:pt x="212272" y="393858"/>
                  </a:lnTo>
                  <a:lnTo>
                    <a:pt x="169943" y="373685"/>
                  </a:lnTo>
                  <a:lnTo>
                    <a:pt x="138704" y="341508"/>
                  </a:lnTo>
                  <a:lnTo>
                    <a:pt x="119366" y="298511"/>
                  </a:lnTo>
                  <a:lnTo>
                    <a:pt x="112740" y="245877"/>
                  </a:lnTo>
                  <a:lnTo>
                    <a:pt x="120306" y="188964"/>
                  </a:lnTo>
                  <a:lnTo>
                    <a:pt x="141498" y="144930"/>
                  </a:lnTo>
                  <a:lnTo>
                    <a:pt x="174052" y="113642"/>
                  </a:lnTo>
                  <a:lnTo>
                    <a:pt x="215707" y="94967"/>
                  </a:lnTo>
                  <a:lnTo>
                    <a:pt x="264201" y="88772"/>
                  </a:lnTo>
                  <a:lnTo>
                    <a:pt x="291260" y="90238"/>
                  </a:lnTo>
                  <a:lnTo>
                    <a:pt x="315349" y="94150"/>
                  </a:lnTo>
                  <a:lnTo>
                    <a:pt x="336402" y="99775"/>
                  </a:lnTo>
                  <a:lnTo>
                    <a:pt x="354355" y="106384"/>
                  </a:lnTo>
                  <a:lnTo>
                    <a:pt x="376208" y="21161"/>
                  </a:lnTo>
                  <a:lnTo>
                    <a:pt x="357739" y="13689"/>
                  </a:lnTo>
                  <a:lnTo>
                    <a:pt x="331471" y="6878"/>
                  </a:lnTo>
                  <a:lnTo>
                    <a:pt x="298332" y="1917"/>
                  </a:lnTo>
                  <a:lnTo>
                    <a:pt x="259248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6" name="Google Shape;86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8739823" y="10234089"/>
              <a:ext cx="111954" cy="111944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7" name="Google Shape;87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06264" y="4708013"/>
            <a:ext cx="1921251" cy="379081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5"/>
          <p:cNvSpPr txBox="1"/>
          <p:nvPr>
            <p:ph type="title"/>
          </p:nvPr>
        </p:nvSpPr>
        <p:spPr>
          <a:xfrm>
            <a:off x="601284" y="3745736"/>
            <a:ext cx="2751000" cy="10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 sz="2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9pPr>
          </a:lstStyle>
          <a:p/>
        </p:txBody>
      </p:sp>
      <p:cxnSp>
        <p:nvCxnSpPr>
          <p:cNvPr id="89" name="Google Shape;89;p15"/>
          <p:cNvCxnSpPr/>
          <p:nvPr/>
        </p:nvCxnSpPr>
        <p:spPr>
          <a:xfrm>
            <a:off x="3566911" y="3576769"/>
            <a:ext cx="0" cy="1226400"/>
          </a:xfrm>
          <a:prstGeom prst="straightConnector1">
            <a:avLst/>
          </a:prstGeom>
          <a:noFill/>
          <a:ln cap="flat" cmpd="sng" w="346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0" name="Google Shape;90;p15"/>
          <p:cNvSpPr txBox="1"/>
          <p:nvPr>
            <p:ph idx="1" type="body"/>
          </p:nvPr>
        </p:nvSpPr>
        <p:spPr>
          <a:xfrm>
            <a:off x="3781601" y="3715924"/>
            <a:ext cx="5091300" cy="8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theme" Target="../theme/theme1.xml"/><Relationship Id="rId1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paradigm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0.xml"/><Relationship Id="rId10" Type="http://schemas.openxmlformats.org/officeDocument/2006/relationships/slide" Target="/ppt/slides/slide9.xml"/><Relationship Id="rId12" Type="http://schemas.openxmlformats.org/officeDocument/2006/relationships/hyperlink" Target="https://biblus.us.es/bibing/proyectos/abreproy/5029/fichero/Proyecto+Fin+de+Carrera%252F11.Agradecimientos.pdf" TargetMode="External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slide" Target="/ppt/slides/slide3.xml"/><Relationship Id="rId4" Type="http://schemas.openxmlformats.org/officeDocument/2006/relationships/slide" Target="/ppt/slides/slide4.xml"/><Relationship Id="rId9" Type="http://schemas.openxmlformats.org/officeDocument/2006/relationships/slide" Target="/ppt/slides/slide8.xml"/><Relationship Id="rId5" Type="http://schemas.openxmlformats.org/officeDocument/2006/relationships/slide" Target="/ppt/slides/slide5.xml"/><Relationship Id="rId6" Type="http://schemas.openxmlformats.org/officeDocument/2006/relationships/slide" Target="/ppt/slides/slide5.xml"/><Relationship Id="rId7" Type="http://schemas.openxmlformats.org/officeDocument/2006/relationships/slide" Target="/ppt/slides/slide6.xml"/><Relationship Id="rId8" Type="http://schemas.openxmlformats.org/officeDocument/2006/relationships/slide" Target="/ppt/slides/slide7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6"/>
          <p:cNvSpPr txBox="1"/>
          <p:nvPr>
            <p:ph idx="1" type="body"/>
          </p:nvPr>
        </p:nvSpPr>
        <p:spPr>
          <a:xfrm>
            <a:off x="2337113" y="2953728"/>
            <a:ext cx="48435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</a:pPr>
            <a:r>
              <a:rPr lang="es"/>
              <a:t>Observatorio Ambiental Digital</a:t>
            </a:r>
            <a:endParaRPr/>
          </a:p>
        </p:txBody>
      </p:sp>
      <p:sp>
        <p:nvSpPr>
          <p:cNvPr id="96" name="Google Shape;96;p16"/>
          <p:cNvSpPr txBox="1"/>
          <p:nvPr>
            <p:ph idx="2" type="body"/>
          </p:nvPr>
        </p:nvSpPr>
        <p:spPr>
          <a:xfrm>
            <a:off x="1910525" y="2274970"/>
            <a:ext cx="569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</a:pPr>
            <a:r>
              <a:rPr lang="es" sz="3000"/>
              <a:t>Capstone</a:t>
            </a:r>
            <a:endParaRPr sz="3000"/>
          </a:p>
        </p:txBody>
      </p:sp>
      <p:sp>
        <p:nvSpPr>
          <p:cNvPr id="97" name="Google Shape;97;p16"/>
          <p:cNvSpPr txBox="1"/>
          <p:nvPr/>
        </p:nvSpPr>
        <p:spPr>
          <a:xfrm>
            <a:off x="131026" y="3587775"/>
            <a:ext cx="2343300" cy="141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Integrantes:</a:t>
            </a:r>
            <a:r>
              <a:rPr lang="e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Camilo Romero</a:t>
            </a:r>
            <a:endParaRPr b="0" i="0" sz="1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                     Javier Fuenzalida</a:t>
            </a:r>
            <a:endParaRPr b="0" i="0" sz="1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                     Tomás Saavedra</a:t>
            </a:r>
            <a:endParaRPr b="0" i="0" sz="1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Sección </a:t>
            </a:r>
            <a:r>
              <a:rPr lang="e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PTY4614</a:t>
            </a:r>
            <a:r>
              <a:rPr b="0" i="0" lang="e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-00</a:t>
            </a:r>
            <a:r>
              <a:rPr lang="e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r>
              <a:rPr b="0" i="0" lang="e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endParaRPr b="0" i="0" sz="1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Profesor: Italo Andrés Bonet Garrido</a:t>
            </a:r>
            <a:endParaRPr b="0" i="0" sz="1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t/>
            </a:r>
            <a:endParaRPr b="0" i="0" sz="600" u="none" cap="none" strike="noStrike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t/>
            </a:r>
            <a:endParaRPr b="0" i="0" sz="600" u="none" cap="none" strike="noStrike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4B5776"/>
            </a:gs>
            <a:gs pos="100000">
              <a:srgbClr val="1A1D24"/>
            </a:gs>
          </a:gsLst>
          <a:lin ang="5400012" scaled="0"/>
        </a:gra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7"/>
          <p:cNvSpPr txBox="1"/>
          <p:nvPr/>
        </p:nvSpPr>
        <p:spPr>
          <a:xfrm>
            <a:off x="261125" y="1185400"/>
            <a:ext cx="7750500" cy="283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u="sng">
                <a:solidFill>
                  <a:schemeClr val="hlink"/>
                </a:solidFill>
                <a:hlinkClick action="ppaction://hlinksldjump" r:id="rId3"/>
              </a:rPr>
              <a:t>3.- Contexto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u="sng">
                <a:solidFill>
                  <a:schemeClr val="hlink"/>
                </a:solidFill>
                <a:hlinkClick action="ppaction://hlinksldjump" r:id="rId4"/>
              </a:rPr>
              <a:t>4.- Cliente Objetivo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u="sng">
                <a:solidFill>
                  <a:schemeClr val="hlink"/>
                </a:solidFill>
                <a:hlinkClick action="ppaction://hlinksldjump" r:id="rId5"/>
              </a:rPr>
              <a:t>5.- </a:t>
            </a:r>
            <a:r>
              <a:rPr lang="es" sz="1600" u="sng">
                <a:solidFill>
                  <a:schemeClr val="hlink"/>
                </a:solidFill>
                <a:hlinkClick action="ppaction://hlinksldjump" r:id="rId6"/>
              </a:rPr>
              <a:t>Propuesta de valor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u="sng">
                <a:solidFill>
                  <a:schemeClr val="hlink"/>
                </a:solidFill>
                <a:hlinkClick action="ppaction://hlinksldjump" r:id="rId7"/>
              </a:rPr>
              <a:t>6.- Modelo de negocio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u="sng">
                <a:solidFill>
                  <a:schemeClr val="hlink"/>
                </a:solidFill>
                <a:hlinkClick action="ppaction://hlinksldjump" r:id="rId8"/>
              </a:rPr>
              <a:t>7.- Metodología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u="sng">
                <a:solidFill>
                  <a:schemeClr val="hlink"/>
                </a:solidFill>
                <a:hlinkClick action="ppaction://hlinksldjump" r:id="rId9"/>
              </a:rPr>
              <a:t>8.- Roles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u="sng">
                <a:solidFill>
                  <a:schemeClr val="hlink"/>
                </a:solidFill>
                <a:hlinkClick action="ppaction://hlinksldjump" r:id="rId10"/>
              </a:rPr>
              <a:t>9.- Mockup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u="sng">
                <a:solidFill>
                  <a:schemeClr val="hlink"/>
                </a:solidFill>
                <a:hlinkClick action="ppaction://hlinksldjump" r:id="rId11"/>
              </a:rPr>
              <a:t>10.- Reflexión Grupal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u="sng">
                <a:solidFill>
                  <a:schemeClr val="hlink"/>
                </a:solidFill>
                <a:hlinkClick r:id="rId12"/>
              </a:rPr>
              <a:t>11.- Agradecimientos</a:t>
            </a:r>
            <a:endParaRPr sz="1600"/>
          </a:p>
        </p:txBody>
      </p:sp>
      <p:sp>
        <p:nvSpPr>
          <p:cNvPr id="103" name="Google Shape;103;p17"/>
          <p:cNvSpPr txBox="1"/>
          <p:nvPr>
            <p:ph type="ctrTitle"/>
          </p:nvPr>
        </p:nvSpPr>
        <p:spPr>
          <a:xfrm>
            <a:off x="261125" y="109500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u="sng">
                <a:latin typeface="Arial"/>
                <a:ea typeface="Arial"/>
                <a:cs typeface="Arial"/>
                <a:sym typeface="Arial"/>
              </a:rPr>
              <a:t>índice</a:t>
            </a:r>
            <a:r>
              <a:rPr lang="es">
                <a:latin typeface="Arial"/>
                <a:ea typeface="Arial"/>
                <a:cs typeface="Arial"/>
                <a:sym typeface="Arial"/>
              </a:rPr>
              <a:t> 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8"/>
          <p:cNvSpPr txBox="1"/>
          <p:nvPr>
            <p:ph idx="1" type="body"/>
          </p:nvPr>
        </p:nvSpPr>
        <p:spPr>
          <a:xfrm>
            <a:off x="3811291" y="3556766"/>
            <a:ext cx="5091300" cy="12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</a:pPr>
            <a:r>
              <a:rPr lang="es" sz="1200">
                <a:solidFill>
                  <a:srgbClr val="000000"/>
                </a:solidFill>
              </a:rPr>
              <a:t>Detectamos que la plataforma actual del INE entrega datos ambientales pero con poca usabilidad y sin capacidad de predicción. Vimos en esa brecha una oportunidad para ofrecer una herramienta más moderna, interactiva y orientada a la ciudadanía. </a:t>
            </a:r>
            <a:r>
              <a:rPr lang="es" sz="1100">
                <a:solidFill>
                  <a:srgbClr val="000000"/>
                </a:solidFill>
              </a:rPr>
              <a:t>Con el </a:t>
            </a:r>
            <a:r>
              <a:rPr b="1" lang="es" sz="1100">
                <a:solidFill>
                  <a:srgbClr val="000000"/>
                </a:solidFill>
              </a:rPr>
              <a:t>Observatorio Ambiental Digital</a:t>
            </a:r>
            <a:r>
              <a:rPr lang="es" sz="1100">
                <a:solidFill>
                  <a:srgbClr val="000000"/>
                </a:solidFill>
              </a:rPr>
              <a:t>, además de la plataforma de visualización moderna, se propone el desarrollo de una </a:t>
            </a:r>
            <a:r>
              <a:rPr b="1" lang="es" sz="1100">
                <a:solidFill>
                  <a:srgbClr val="000000"/>
                </a:solidFill>
              </a:rPr>
              <a:t>API pública</a:t>
            </a:r>
            <a:r>
              <a:rPr lang="es" sz="1100">
                <a:solidFill>
                  <a:srgbClr val="000000"/>
                </a:solidFill>
              </a:rPr>
              <a:t> que entregue los datos en </a:t>
            </a:r>
            <a:r>
              <a:rPr b="1" lang="es" sz="1100">
                <a:solidFill>
                  <a:srgbClr val="000000"/>
                </a:solidFill>
              </a:rPr>
              <a:t>formato estructurado (JSON/REST)</a:t>
            </a:r>
            <a:r>
              <a:rPr lang="es" sz="1100">
                <a:solidFill>
                  <a:srgbClr val="000000"/>
                </a:solidFill>
              </a:rPr>
              <a:t>.</a:t>
            </a:r>
            <a:endParaRPr/>
          </a:p>
        </p:txBody>
      </p:sp>
      <p:sp>
        <p:nvSpPr>
          <p:cNvPr id="109" name="Google Shape;109;p18"/>
          <p:cNvSpPr txBox="1"/>
          <p:nvPr/>
        </p:nvSpPr>
        <p:spPr>
          <a:xfrm>
            <a:off x="2143842" y="1321833"/>
            <a:ext cx="3945300" cy="20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8"/>
          <p:cNvSpPr txBox="1"/>
          <p:nvPr>
            <p:ph type="title"/>
          </p:nvPr>
        </p:nvSpPr>
        <p:spPr>
          <a:xfrm>
            <a:off x="630084" y="3974886"/>
            <a:ext cx="2751000" cy="554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u="sng"/>
              <a:t>Contexto</a:t>
            </a:r>
            <a:endParaRPr sz="3600" u="sng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idx="4294967295" type="body"/>
          </p:nvPr>
        </p:nvSpPr>
        <p:spPr>
          <a:xfrm>
            <a:off x="499006" y="1258641"/>
            <a:ext cx="1975500" cy="6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es" sz="48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Primario</a:t>
            </a:r>
            <a:r>
              <a:rPr lang="es" sz="48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🏢 INE Chile modernización de su sistema actual.</a:t>
            </a:r>
            <a:br>
              <a:rPr lang="es" sz="1100">
                <a:solidFill>
                  <a:srgbClr val="000000"/>
                </a:solidFill>
              </a:rPr>
            </a:br>
            <a:endParaRPr sz="1100">
              <a:solidFill>
                <a:srgbClr val="000000"/>
              </a:solidFill>
            </a:endParaRPr>
          </a:p>
        </p:txBody>
      </p:sp>
      <p:sp>
        <p:nvSpPr>
          <p:cNvPr id="116" name="Google Shape;116;p19"/>
          <p:cNvSpPr txBox="1"/>
          <p:nvPr/>
        </p:nvSpPr>
        <p:spPr>
          <a:xfrm>
            <a:off x="499000" y="2187175"/>
            <a:ext cx="2998800" cy="16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/>
              <a:t>Secundarios</a:t>
            </a:r>
            <a:r>
              <a:rPr lang="es" sz="1200"/>
              <a:t>: </a:t>
            </a:r>
            <a:r>
              <a:rPr lang="es" sz="1100"/>
              <a:t>🎓 </a:t>
            </a:r>
            <a:r>
              <a:rPr lang="es" sz="1200"/>
              <a:t>Estudiantes e investigadores, municipalidades y gobiernos locales, ONGs ambientales, empresas sostenibles y medios especializados.</a:t>
            </a:r>
            <a:endParaRPr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" name="Google Shape;117;p19"/>
          <p:cNvSpPr txBox="1"/>
          <p:nvPr>
            <p:ph type="ctrTitle"/>
          </p:nvPr>
        </p:nvSpPr>
        <p:spPr>
          <a:xfrm>
            <a:off x="261125" y="231500"/>
            <a:ext cx="8520600" cy="76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u="sng">
                <a:latin typeface="Arial"/>
                <a:ea typeface="Arial"/>
                <a:cs typeface="Arial"/>
                <a:sym typeface="Arial"/>
              </a:rPr>
              <a:t>Cliente Objetivo</a:t>
            </a:r>
            <a:endParaRPr u="sng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8" name="Google Shape;11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92525" y="1258638"/>
            <a:ext cx="1434825" cy="766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0"/>
          <p:cNvSpPr txBox="1"/>
          <p:nvPr/>
        </p:nvSpPr>
        <p:spPr>
          <a:xfrm>
            <a:off x="474525" y="1082625"/>
            <a:ext cx="3608700" cy="19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/>
              <a:t>Para el INE</a:t>
            </a:r>
            <a:r>
              <a:rPr lang="es" sz="1200"/>
              <a:t>: Modernización tecnológica con visualizaciones avanzadas y </a:t>
            </a:r>
            <a:r>
              <a:rPr lang="es" sz="1200"/>
              <a:t>Api Rest.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/>
              <a:t>Para usuarios finales</a:t>
            </a:r>
            <a:r>
              <a:rPr lang="es" sz="1200"/>
              <a:t>: </a:t>
            </a:r>
            <a:r>
              <a:rPr lang="es" sz="1500"/>
              <a:t>💡</a:t>
            </a:r>
            <a:r>
              <a:rPr lang="es" sz="1200"/>
              <a:t>Acceso intuitivo a datos históricos y Estructurados, con comparativas regionales y reportes personalizados.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/>
              <a:t>Diferenciación clave</a:t>
            </a:r>
            <a:r>
              <a:rPr lang="es" sz="1200"/>
              <a:t>: Fácil manejo de información y experiencia de usuario más moderna que la actual.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" name="Google Shape;124;p20"/>
          <p:cNvSpPr txBox="1"/>
          <p:nvPr>
            <p:ph type="ctrTitle"/>
          </p:nvPr>
        </p:nvSpPr>
        <p:spPr>
          <a:xfrm>
            <a:off x="350225" y="148000"/>
            <a:ext cx="8520600" cy="7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u="sng"/>
              <a:t>Propuesta de Valor</a:t>
            </a:r>
            <a:endParaRPr u="sng"/>
          </a:p>
        </p:txBody>
      </p:sp>
      <p:pic>
        <p:nvPicPr>
          <p:cNvPr id="125" name="Google Shape;12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4850" y="2367125"/>
            <a:ext cx="4755976" cy="23779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1"/>
          <p:cNvSpPr txBox="1"/>
          <p:nvPr>
            <p:ph type="ctrTitle"/>
          </p:nvPr>
        </p:nvSpPr>
        <p:spPr>
          <a:xfrm>
            <a:off x="311700" y="77400"/>
            <a:ext cx="4535700" cy="79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u="sng"/>
              <a:t>Modelo De Negocio</a:t>
            </a:r>
            <a:endParaRPr u="sng"/>
          </a:p>
        </p:txBody>
      </p:sp>
      <p:sp>
        <p:nvSpPr>
          <p:cNvPr id="131" name="Google Shape;131;p21"/>
          <p:cNvSpPr txBox="1"/>
          <p:nvPr>
            <p:ph idx="1" type="subTitle"/>
          </p:nvPr>
        </p:nvSpPr>
        <p:spPr>
          <a:xfrm>
            <a:off x="523575" y="1750081"/>
            <a:ext cx="4242600" cy="213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734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40"/>
              <a:buFont typeface="Arial"/>
              <a:buAutoNum type="arabicPeriod"/>
            </a:pPr>
            <a:r>
              <a:rPr lang="es" sz="12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Plan básico (ej. hasta X llamadas/mes).</a:t>
            </a:r>
            <a:endParaRPr sz="124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4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734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40"/>
              <a:buFont typeface="Arial"/>
              <a:buAutoNum type="arabicPeriod"/>
            </a:pPr>
            <a:r>
              <a:rPr lang="es" sz="12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Plan profesional (más llamadas, soporte prioritario).</a:t>
            </a:r>
            <a:endParaRPr sz="124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4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734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40"/>
              <a:buFont typeface="Arial"/>
              <a:buAutoNum type="arabicPeriod"/>
            </a:pPr>
            <a:r>
              <a:rPr lang="es" sz="12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Plan enterprise (uso ilimitado, SLA garantizado, personalización).</a:t>
            </a:r>
            <a:endParaRPr sz="124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t/>
            </a:r>
            <a:endParaRPr sz="124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21"/>
          <p:cNvSpPr txBox="1"/>
          <p:nvPr/>
        </p:nvSpPr>
        <p:spPr>
          <a:xfrm>
            <a:off x="391050" y="1043850"/>
            <a:ext cx="2729100" cy="3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rgbClr val="1A1A1A"/>
                </a:solidFill>
              </a:rPr>
              <a:t>Suscripción Mensual o Anual:</a:t>
            </a:r>
            <a:endParaRPr b="1">
              <a:solidFill>
                <a:srgbClr val="1A1A1A"/>
              </a:solidFill>
            </a:endParaRPr>
          </a:p>
        </p:txBody>
      </p:sp>
      <p:pic>
        <p:nvPicPr>
          <p:cNvPr descr="Close-Up Of Paper Currency (proporcionado por Getty Images)" id="133" name="Google Shape;133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3500" y="1647325"/>
            <a:ext cx="2640225" cy="1759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2"/>
          <p:cNvSpPr txBox="1"/>
          <p:nvPr/>
        </p:nvSpPr>
        <p:spPr>
          <a:xfrm>
            <a:off x="4430050" y="504750"/>
            <a:ext cx="4379400" cy="358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200"/>
              <a:t>Se trabajará bajo el marco de trabajo </a:t>
            </a:r>
            <a:r>
              <a:rPr b="1" lang="es" sz="1200"/>
              <a:t>Kanban</a:t>
            </a:r>
            <a:r>
              <a:rPr lang="es" sz="1200"/>
              <a:t> destacando lo siguiente:</a:t>
            </a: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b="1" lang="es" sz="1200"/>
              <a:t>Tablero Kanban</a:t>
            </a:r>
            <a:r>
              <a:rPr lang="es" sz="1200"/>
              <a:t>: Visualización del trabajo en columnas (</a:t>
            </a:r>
            <a:r>
              <a:rPr i="1" lang="es" sz="1200"/>
              <a:t>Por hacer – En progreso – En revisión – Terminado</a:t>
            </a:r>
            <a:r>
              <a:rPr lang="es" sz="1200"/>
              <a:t>).</a:t>
            </a:r>
            <a:br>
              <a:rPr lang="es" sz="1200"/>
            </a:b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b="1" lang="es" sz="1200"/>
              <a:t>Flujo continuo</a:t>
            </a:r>
            <a:r>
              <a:rPr lang="es" sz="1200"/>
              <a:t>: No se trabaja por iteraciones cerradas, las tareas se van liberando en cuánto están listas.</a:t>
            </a:r>
            <a:br>
              <a:rPr lang="es" sz="1200"/>
            </a:b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b="1" lang="es" sz="1200"/>
              <a:t>Límites WIP (Work In Progress)</a:t>
            </a:r>
            <a:r>
              <a:rPr lang="es" sz="1200"/>
              <a:t>: Controlar cuántas tareas pueden estar en curso para evitar sobrecarga.</a:t>
            </a:r>
            <a:br>
              <a:rPr lang="es" sz="1200"/>
            </a:b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b="1" lang="es" sz="1200"/>
              <a:t>Priorización dinámica</a:t>
            </a:r>
            <a:r>
              <a:rPr lang="es" sz="1200"/>
              <a:t>: El trabajo más importante entra primero al tablero, y se puede ajustar en cualquier momento.</a:t>
            </a:r>
            <a:br>
              <a:rPr lang="es" sz="1200"/>
            </a:b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b="1" lang="es" sz="1200"/>
              <a:t>Mejora continua (Kaizen)</a:t>
            </a:r>
            <a:r>
              <a:rPr lang="es" sz="1200"/>
              <a:t>: Revisiones periódicas para optimizar el flujo.</a:t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9" name="Google Shape;139;p22"/>
          <p:cNvSpPr txBox="1"/>
          <p:nvPr>
            <p:ph type="title"/>
          </p:nvPr>
        </p:nvSpPr>
        <p:spPr>
          <a:xfrm>
            <a:off x="652025" y="411050"/>
            <a:ext cx="2352600" cy="61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u="sng"/>
              <a:t>Metodología</a:t>
            </a:r>
            <a:endParaRPr u="sng"/>
          </a:p>
        </p:txBody>
      </p:sp>
      <p:pic>
        <p:nvPicPr>
          <p:cNvPr id="140" name="Google Shape;14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425" y="1565925"/>
            <a:ext cx="4147325" cy="2495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3"/>
          <p:cNvSpPr txBox="1"/>
          <p:nvPr/>
        </p:nvSpPr>
        <p:spPr>
          <a:xfrm>
            <a:off x="4044800" y="967050"/>
            <a:ext cx="4899300" cy="315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/>
              <a:t>Gestor de Prestación de Servicio (SDM)</a:t>
            </a:r>
            <a:r>
              <a:rPr lang="es" sz="1200"/>
              <a:t>: Tomás Saavedra → Facilita la metodología y elimina impedimentos.</a:t>
            </a:r>
            <a:br>
              <a:rPr lang="es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/>
              <a:t>Gestor de Solicitudes de Servicio (SRM)</a:t>
            </a:r>
            <a:r>
              <a:rPr lang="es" sz="1200"/>
              <a:t>: Camilo Romero → enfocado en comprender las necesidades del cliente y priorizar el trabajo</a:t>
            </a:r>
            <a:br>
              <a:rPr lang="es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/>
              <a:t>Equipo:</a:t>
            </a:r>
            <a:br>
              <a:rPr lang="es" sz="1200"/>
            </a:b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s" sz="1200"/>
              <a:t>Javier Fuenzalida → Desarrollo técnico.</a:t>
            </a:r>
            <a:br>
              <a:rPr lang="es" sz="1200"/>
            </a:b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" sz="1200"/>
              <a:t>Tomás Saavedra → Desarrollo técnico además SDM</a:t>
            </a:r>
            <a:br>
              <a:rPr lang="es" sz="1200"/>
            </a:b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" sz="1200"/>
              <a:t>Camilo Romero → Aporte técnico además SRM</a:t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200"/>
              <a:t>(Los roles Pueden ir rotando según la necesidad del proyecto)</a:t>
            </a:r>
            <a:endParaRPr sz="1200"/>
          </a:p>
        </p:txBody>
      </p:sp>
      <p:sp>
        <p:nvSpPr>
          <p:cNvPr id="146" name="Google Shape;146;p23"/>
          <p:cNvSpPr txBox="1"/>
          <p:nvPr>
            <p:ph type="title"/>
          </p:nvPr>
        </p:nvSpPr>
        <p:spPr>
          <a:xfrm>
            <a:off x="1268500" y="520200"/>
            <a:ext cx="1170900" cy="67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u="sng"/>
              <a:t>Roles</a:t>
            </a:r>
            <a:endParaRPr u="sng"/>
          </a:p>
        </p:txBody>
      </p:sp>
      <p:pic>
        <p:nvPicPr>
          <p:cNvPr descr="Human Resource Icon (proporcionado por Getty Images)" id="147" name="Google Shape;147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5275" y="1511225"/>
            <a:ext cx="2287002" cy="23061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u="sng"/>
              <a:t>Mockup</a:t>
            </a:r>
            <a:endParaRPr u="sng"/>
          </a:p>
        </p:txBody>
      </p:sp>
      <p:pic>
        <p:nvPicPr>
          <p:cNvPr id="153" name="Google Shape;153;p24" title="ChatGPT Image 2 sept 2025, 12_07_01 a.m.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075" y="1354100"/>
            <a:ext cx="5144575" cy="3714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24" title="ChatGPT Image 2 sept 2025, 12_17_47 a.m.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75975" y="1874200"/>
            <a:ext cx="3638550" cy="2425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5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u="sng"/>
              <a:t>Reflexión Grupal</a:t>
            </a:r>
            <a:endParaRPr u="sng"/>
          </a:p>
        </p:txBody>
      </p:sp>
      <p:sp>
        <p:nvSpPr>
          <p:cNvPr id="160" name="Google Shape;160;p25"/>
          <p:cNvSpPr txBox="1"/>
          <p:nvPr/>
        </p:nvSpPr>
        <p:spPr>
          <a:xfrm>
            <a:off x="311725" y="2025875"/>
            <a:ext cx="5304000" cy="15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/>
              <a:t>Visión compartida:</a:t>
            </a:r>
            <a:r>
              <a:rPr lang="es" sz="1200"/>
              <a:t> Más allá de un requisito académico, logramos construir una propuesta con impacto real, que puede ser útil para el INE y para la sociedad. Esa motivación colectiva nos mantuvo alineados.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/>
              <a:t>Rol social del proyecto:</a:t>
            </a:r>
            <a:r>
              <a:rPr lang="es" sz="1200"/>
              <a:t> Entendimos que nuestro trabajo no solo tiene un fin técnico, sino también un </a:t>
            </a:r>
            <a:r>
              <a:rPr b="1" lang="es" sz="1200"/>
              <a:t>rol ciudadano y ambiental</a:t>
            </a:r>
            <a:r>
              <a:rPr lang="es" sz="1200"/>
              <a:t>: mejorar la transparencia de la información y empoderar a las personas con datos que afectan directamente su calidad de vida.</a:t>
            </a:r>
            <a:endParaRPr sz="12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/>
          <p:nvPr>
            <p:ph idx="4294967295" type="title"/>
          </p:nvPr>
        </p:nvSpPr>
        <p:spPr>
          <a:xfrm>
            <a:off x="1721450" y="20035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¡Muchas gracias por su atención!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