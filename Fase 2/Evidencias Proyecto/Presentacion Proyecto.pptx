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bservatorio.javierfuenzam.com/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79727"/>
            <a:ext cx="2480072" cy="6093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529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Observatorio Medioambiental Digital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52869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9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Quienes somos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23661"/>
            <a:ext cx="3879532" cy="3155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033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Tomas Saavedra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326" y="2623661"/>
            <a:ext cx="3327321" cy="33616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2928" y="6240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Camilo Romero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067" y="2623661"/>
            <a:ext cx="3325297" cy="34499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72067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Javier Fuenzalida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30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333" y="3333155"/>
            <a:ext cx="3507224" cy="43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Nuestro proyecto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55333" y="3981926"/>
            <a:ext cx="6489740" cy="1155621"/>
          </a:xfrm>
          <a:prstGeom prst="roundRect">
            <a:avLst>
              <a:gd name="adj" fmla="val 6330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093" y="3981926"/>
            <a:ext cx="60960" cy="115562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6" name="Text 3"/>
          <p:cNvSpPr/>
          <p:nvPr/>
        </p:nvSpPr>
        <p:spPr>
          <a:xfrm>
            <a:off x="2884289" y="4137422"/>
            <a:ext cx="2277547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Problemas a Resolver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56548" y="4484370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Fragmentación de datos ambientales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56548" y="4757738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Dificultad de comprensión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85328" y="3981926"/>
            <a:ext cx="6489740" cy="1155621"/>
          </a:xfrm>
          <a:prstGeom prst="roundRect">
            <a:avLst>
              <a:gd name="adj" fmla="val 6330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70088" y="3981926"/>
            <a:ext cx="60960" cy="115562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11" name="Text 8"/>
          <p:cNvSpPr/>
          <p:nvPr/>
        </p:nvSpPr>
        <p:spPr>
          <a:xfrm>
            <a:off x="9600843" y="4137422"/>
            <a:ext cx="210431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Solución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6543" y="4484370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Observatorio Medioambiental Digital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70271" y="5277803"/>
            <a:ext cx="6489740" cy="2249091"/>
          </a:xfrm>
          <a:prstGeom prst="roundRect">
            <a:avLst>
              <a:gd name="adj" fmla="val 3253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55031" y="5277803"/>
            <a:ext cx="60960" cy="224909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15" name="Text 12"/>
          <p:cNvSpPr/>
          <p:nvPr/>
        </p:nvSpPr>
        <p:spPr>
          <a:xfrm>
            <a:off x="6285786" y="5433298"/>
            <a:ext cx="210431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Módulos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271486" y="5780246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Plataforma web pública con datos.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71486" y="6053614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Mapas interactivos con filtros, buscador y comparaciones entre ciudades.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71486" y="6326981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pública con datos limpios y organizados para facilitar integraciones externas.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71486" y="6600349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Generador de gráficos personalizados para investigadores, estudiantes y profesores.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71486" y="6873716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IA explicativa.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71486" y="7147084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Glosario de métricas y terminologia.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5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Sprints y roles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63923"/>
            <a:ext cx="13042821" cy="1315879"/>
          </a:xfrm>
          <a:prstGeom prst="roundRect">
            <a:avLst>
              <a:gd name="adj" fmla="val 155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87154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2838" y="1871543"/>
            <a:ext cx="4341614" cy="650319"/>
          </a:xfrm>
          <a:prstGeom prst="roundRect">
            <a:avLst>
              <a:gd name="adj" fmla="val 31392"/>
            </a:avLst>
          </a:prstGeom>
          <a:solidFill>
            <a:srgbClr val="D1E7D2"/>
          </a:solidFill>
          <a:ln/>
        </p:spPr>
      </p:sp>
      <p:sp>
        <p:nvSpPr>
          <p:cNvPr id="6" name="Text 4"/>
          <p:cNvSpPr/>
          <p:nvPr/>
        </p:nvSpPr>
        <p:spPr>
          <a:xfrm>
            <a:off x="1029653" y="201525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Scrum Master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4453" y="1871543"/>
            <a:ext cx="4341614" cy="650319"/>
          </a:xfrm>
          <a:prstGeom prst="rect">
            <a:avLst/>
          </a:prstGeom>
          <a:solidFill>
            <a:srgbClr val="D1E7D2"/>
          </a:solidFill>
          <a:ln/>
        </p:spPr>
      </p:sp>
      <p:sp>
        <p:nvSpPr>
          <p:cNvPr id="8" name="Text 6"/>
          <p:cNvSpPr/>
          <p:nvPr/>
        </p:nvSpPr>
        <p:spPr>
          <a:xfrm>
            <a:off x="5375077" y="201525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Product Owner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86067" y="1871543"/>
            <a:ext cx="4341614" cy="650319"/>
          </a:xfrm>
          <a:prstGeom prst="rect">
            <a:avLst/>
          </a:prstGeom>
          <a:solidFill>
            <a:srgbClr val="D1E7D2"/>
          </a:solidFill>
          <a:ln/>
        </p:spPr>
      </p:sp>
      <p:sp>
        <p:nvSpPr>
          <p:cNvPr id="10" name="Text 8"/>
          <p:cNvSpPr/>
          <p:nvPr/>
        </p:nvSpPr>
        <p:spPr>
          <a:xfrm>
            <a:off x="9716691" y="201525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Development Team Member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2521863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2838" y="2521863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266557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Camilo Romero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44453" y="2521863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5" name="Text 13"/>
          <p:cNvSpPr/>
          <p:nvPr/>
        </p:nvSpPr>
        <p:spPr>
          <a:xfrm>
            <a:off x="5375077" y="266557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Javier Fuenzalida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486067" y="2521863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7" name="Text 15"/>
          <p:cNvSpPr/>
          <p:nvPr/>
        </p:nvSpPr>
        <p:spPr>
          <a:xfrm>
            <a:off x="9716691" y="266557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Tomas Saavedra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34349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3789998"/>
            <a:ext cx="3090505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3964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1-2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3790" y="4454723"/>
            <a:ext cx="309050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Fundamentos técnicos, configuración del entorno de desarrollo establecidos, incluyendo pipelines de CI/CD. Creacion de un modelo de BD que permite guardar los datos necesarios para el proyecto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111109" y="34349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4111109" y="3789998"/>
            <a:ext cx="3090624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4" name="Text 22"/>
          <p:cNvSpPr/>
          <p:nvPr/>
        </p:nvSpPr>
        <p:spPr>
          <a:xfrm>
            <a:off x="4111109" y="3964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3-4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1109" y="4454723"/>
            <a:ext cx="30906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Creacion de una api que permita alimentar el frontend. Mockup del frontend para establecer el layout de la pagina. 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428548" y="34349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3789998"/>
            <a:ext cx="3090624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8" name="Text 26"/>
          <p:cNvSpPr/>
          <p:nvPr/>
        </p:nvSpPr>
        <p:spPr>
          <a:xfrm>
            <a:off x="7428548" y="3964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5-7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28548" y="4454723"/>
            <a:ext cx="309062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del front end, de un mapa interactivo que consume datos desde la API y modulo de creacion de graficos interactivos conectados al backend.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745986" y="34349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10745986" y="3789998"/>
            <a:ext cx="3090624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32" name="Text 30"/>
          <p:cNvSpPr/>
          <p:nvPr/>
        </p:nvSpPr>
        <p:spPr>
          <a:xfrm>
            <a:off x="10745986" y="3964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9-10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745986" y="4454723"/>
            <a:ext cx="309062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de modulo de IA y API publica, últimos detalles de prototipo. Presentación a stakeholders. Cierre de proyecto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456486"/>
            <a:ext cx="2158127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Arquitectura</a:t>
            </a:r>
            <a:endParaRPr lang="en-US" sz="1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8575" y="888087"/>
            <a:ext cx="6953250" cy="6885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1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As 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20597"/>
            <a:ext cx="13042821" cy="5550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48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 prototipo</a:t>
            </a:r>
            <a:endParaRPr lang="en-US" sz="445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127302"/>
            <a:ext cx="13042821" cy="1137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37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Canvas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71149"/>
            <a:ext cx="13042821" cy="1643420"/>
          </a:xfrm>
          <a:prstGeom prst="roundRect">
            <a:avLst>
              <a:gd name="adj" fmla="val 9316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571149"/>
            <a:ext cx="6521410" cy="1643420"/>
          </a:xfrm>
          <a:prstGeom prst="roundRect">
            <a:avLst>
              <a:gd name="adj" fmla="val 9316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963811" y="17411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Propuesta de Valor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3811" y="2108954"/>
            <a:ext cx="6181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Centralización de datos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3811" y="2440662"/>
            <a:ext cx="6181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3811" y="2772370"/>
            <a:ext cx="6181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Impacto social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571149"/>
            <a:ext cx="6521410" cy="164342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571149"/>
            <a:ext cx="22860" cy="164342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11" name="Text 9"/>
          <p:cNvSpPr/>
          <p:nvPr/>
        </p:nvSpPr>
        <p:spPr>
          <a:xfrm>
            <a:off x="7485221" y="1741170"/>
            <a:ext cx="22931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Segmentos de Cliente</a:t>
            </a:r>
            <a:endParaRPr lang="en-US" sz="16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533" y="2254448"/>
            <a:ext cx="95607" cy="1275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40372" y="219825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Primarios:</a:t>
            </a:r>
            <a:endParaRPr lang="en-US" sz="1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33" y="2711529"/>
            <a:ext cx="95607" cy="1275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40372" y="26553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Secundarios: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93790" y="3405902"/>
            <a:ext cx="13042821" cy="2306836"/>
          </a:xfrm>
          <a:prstGeom prst="roundRect">
            <a:avLst>
              <a:gd name="adj" fmla="val 6637"/>
            </a:avLst>
          </a:prstGeom>
          <a:solidFill>
            <a:srgbClr val="E8F3E8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3405902"/>
            <a:ext cx="3260646" cy="2306836"/>
          </a:xfrm>
          <a:prstGeom prst="roundRect">
            <a:avLst>
              <a:gd name="adj" fmla="val 6637"/>
            </a:avLst>
          </a:prstGeom>
          <a:solidFill>
            <a:srgbClr val="E8F3E8"/>
          </a:solidFill>
          <a:ln/>
        </p:spPr>
      </p:sp>
      <p:sp>
        <p:nvSpPr>
          <p:cNvPr id="18" name="Text 14"/>
          <p:cNvSpPr/>
          <p:nvPr/>
        </p:nvSpPr>
        <p:spPr>
          <a:xfrm>
            <a:off x="963811" y="3575923"/>
            <a:ext cx="230255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Relación con Clientes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963811" y="3943707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Autoservicio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3811" y="4275415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Soporte educativo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63811" y="4607123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Feedback continuo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54435" y="3405902"/>
            <a:ext cx="3260765" cy="2306836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23" name="Shape 19"/>
          <p:cNvSpPr/>
          <p:nvPr/>
        </p:nvSpPr>
        <p:spPr>
          <a:xfrm>
            <a:off x="4054435" y="3405902"/>
            <a:ext cx="22860" cy="2306836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24" name="Text 20"/>
          <p:cNvSpPr/>
          <p:nvPr/>
        </p:nvSpPr>
        <p:spPr>
          <a:xfrm>
            <a:off x="4224457" y="35759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Canales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4224457" y="3943707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Sitio web principal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224457" y="4275415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Medios de comunicación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224457" y="4607123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Instituciones educativas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224457" y="4938832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Eventos académicos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224457" y="5270540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Alianzas gubernamentales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3405902"/>
            <a:ext cx="3260646" cy="2306836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31" name="Shape 27"/>
          <p:cNvSpPr/>
          <p:nvPr/>
        </p:nvSpPr>
        <p:spPr>
          <a:xfrm>
            <a:off x="7315200" y="3405902"/>
            <a:ext cx="22860" cy="2306836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32" name="Text 28"/>
          <p:cNvSpPr/>
          <p:nvPr/>
        </p:nvSpPr>
        <p:spPr>
          <a:xfrm>
            <a:off x="7485221" y="35759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Actividades Clave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7485221" y="3943707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tecnológico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485221" y="4275415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Integración de datos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7485221" y="4607123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de IA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485221" y="4938832"/>
            <a:ext cx="29206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Gestión de partnerships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10575846" y="3405902"/>
            <a:ext cx="3260765" cy="2306836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38" name="Shape 34"/>
          <p:cNvSpPr/>
          <p:nvPr/>
        </p:nvSpPr>
        <p:spPr>
          <a:xfrm>
            <a:off x="10575846" y="3405902"/>
            <a:ext cx="22860" cy="2306836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39" name="Text 35"/>
          <p:cNvSpPr/>
          <p:nvPr/>
        </p:nvSpPr>
        <p:spPr>
          <a:xfrm>
            <a:off x="10745867" y="35759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Recursos Clave</a:t>
            </a:r>
            <a:endParaRPr lang="en-US" sz="1650" dirty="0"/>
          </a:p>
        </p:txBody>
      </p:sp>
      <p:sp>
        <p:nvSpPr>
          <p:cNvPr id="40" name="Text 36"/>
          <p:cNvSpPr/>
          <p:nvPr/>
        </p:nvSpPr>
        <p:spPr>
          <a:xfrm>
            <a:off x="10745867" y="3943707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Equipo técnico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0745867" y="4275415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Infraestructura tecnológica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10745867" y="4607123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Alianzas institucionales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10745867" y="4938832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Acceso a datos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10745867" y="5270540"/>
            <a:ext cx="292072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Marca y reputación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793790" y="5904071"/>
            <a:ext cx="13042821" cy="1626156"/>
          </a:xfrm>
          <a:prstGeom prst="roundRect">
            <a:avLst>
              <a:gd name="adj" fmla="val 9415"/>
            </a:avLst>
          </a:prstGeom>
          <a:solidFill>
            <a:srgbClr val="E8F3E8"/>
          </a:solidFill>
          <a:ln/>
        </p:spPr>
      </p:sp>
      <p:sp>
        <p:nvSpPr>
          <p:cNvPr id="46" name="Shape 42"/>
          <p:cNvSpPr/>
          <p:nvPr/>
        </p:nvSpPr>
        <p:spPr>
          <a:xfrm>
            <a:off x="793790" y="5904071"/>
            <a:ext cx="4347567" cy="1626156"/>
          </a:xfrm>
          <a:prstGeom prst="roundRect">
            <a:avLst>
              <a:gd name="adj" fmla="val 9415"/>
            </a:avLst>
          </a:prstGeom>
          <a:solidFill>
            <a:srgbClr val="E8F3E8"/>
          </a:solidFill>
          <a:ln/>
        </p:spPr>
      </p:sp>
      <p:sp>
        <p:nvSpPr>
          <p:cNvPr id="47" name="Text 43"/>
          <p:cNvSpPr/>
          <p:nvPr/>
        </p:nvSpPr>
        <p:spPr>
          <a:xfrm>
            <a:off x="963811" y="607409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Socios Clave</a:t>
            </a:r>
            <a:endParaRPr lang="en-US" sz="16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23" y="6590586"/>
            <a:ext cx="95607" cy="12751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1218962" y="6531173"/>
            <a:ext cx="170116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Estratégicos:</a:t>
            </a:r>
            <a:endParaRPr lang="en-US" sz="130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23" y="7054096"/>
            <a:ext cx="95607" cy="127516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1218962" y="6994684"/>
            <a:ext cx="170116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Operacionales: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5141357" y="5904071"/>
            <a:ext cx="4347567" cy="1626156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53" name="Shape 47"/>
          <p:cNvSpPr/>
          <p:nvPr/>
        </p:nvSpPr>
        <p:spPr>
          <a:xfrm>
            <a:off x="5141357" y="5904071"/>
            <a:ext cx="22860" cy="1626156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54" name="Text 48"/>
          <p:cNvSpPr/>
          <p:nvPr/>
        </p:nvSpPr>
        <p:spPr>
          <a:xfrm>
            <a:off x="5311378" y="6074093"/>
            <a:ext cx="214300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Fuentes de Ingresos</a:t>
            </a:r>
            <a:endParaRPr lang="en-US" sz="165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690" y="6613922"/>
            <a:ext cx="95607" cy="127516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566529" y="6531173"/>
            <a:ext cx="34298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actual (desarrollo):</a:t>
            </a:r>
            <a:endParaRPr lang="en-US" sz="20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690" y="7124105"/>
            <a:ext cx="95607" cy="127516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5566529" y="7041356"/>
            <a:ext cx="325302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futuro sostenible:</a:t>
            </a:r>
            <a:endParaRPr lang="en-US" sz="2000" dirty="0"/>
          </a:p>
        </p:txBody>
      </p:sp>
      <p:sp>
        <p:nvSpPr>
          <p:cNvPr id="59" name="Shape 51"/>
          <p:cNvSpPr/>
          <p:nvPr/>
        </p:nvSpPr>
        <p:spPr>
          <a:xfrm>
            <a:off x="9488924" y="5904071"/>
            <a:ext cx="4347567" cy="1626156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60" name="Shape 52"/>
          <p:cNvSpPr/>
          <p:nvPr/>
        </p:nvSpPr>
        <p:spPr>
          <a:xfrm>
            <a:off x="9488924" y="5904071"/>
            <a:ext cx="22860" cy="1626156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61" name="Text 53"/>
          <p:cNvSpPr/>
          <p:nvPr/>
        </p:nvSpPr>
        <p:spPr>
          <a:xfrm>
            <a:off x="9658945" y="6074093"/>
            <a:ext cx="224778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Estructura de Costos</a:t>
            </a:r>
            <a:endParaRPr lang="en-US" sz="1650" dirty="0"/>
          </a:p>
        </p:txBody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0258" y="6613922"/>
            <a:ext cx="95607" cy="127516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9914096" y="6531173"/>
            <a:ext cx="298061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Desarrollo y operación:</a:t>
            </a:r>
            <a:endParaRPr lang="en-US" sz="2000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0258" y="7124105"/>
            <a:ext cx="95607" cy="127516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9914096" y="704135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Costos clave: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4019"/>
            <a:ext cx="698992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Validación del valor del proyecto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048941" y="1702118"/>
            <a:ext cx="1278767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"El trabajo que están haciendo han sido desafíos para la institucionalidad ambiental (…), están incorporando datos, inteligencia artificial y es el proyecto que tienen es escalable"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8941" y="2437805"/>
            <a:ext cx="1278767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Ministerio del Medioambiente. División de Información y Economía Ambiental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1510784"/>
            <a:ext cx="22860" cy="1390531"/>
          </a:xfrm>
          <a:prstGeom prst="rect">
            <a:avLst/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13" y="3092648"/>
            <a:ext cx="9782056" cy="4412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4967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1629013"/>
            <a:ext cx="7556421" cy="1364694"/>
          </a:xfrm>
          <a:prstGeom prst="roundRect">
            <a:avLst>
              <a:gd name="adj" fmla="val 13463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629013"/>
            <a:ext cx="2518767" cy="1364694"/>
          </a:xfrm>
          <a:prstGeom prst="roundRect">
            <a:avLst>
              <a:gd name="adj" fmla="val 13463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997863" y="1833086"/>
            <a:ext cx="180439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Fragmentación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312557" y="1629013"/>
            <a:ext cx="2518767" cy="136469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8" name="Shape 5"/>
          <p:cNvSpPr/>
          <p:nvPr/>
        </p:nvSpPr>
        <p:spPr>
          <a:xfrm>
            <a:off x="3312557" y="1629013"/>
            <a:ext cx="22860" cy="1364694"/>
          </a:xfrm>
          <a:prstGeom prst="roundRect">
            <a:avLst>
              <a:gd name="adj" fmla="val 803720"/>
            </a:avLst>
          </a:prstGeom>
          <a:solidFill>
            <a:srgbClr val="CED9CE"/>
          </a:solidFill>
          <a:ln/>
        </p:spPr>
      </p:sp>
      <p:sp>
        <p:nvSpPr>
          <p:cNvPr id="9" name="Text 6"/>
          <p:cNvSpPr/>
          <p:nvPr/>
        </p:nvSpPr>
        <p:spPr>
          <a:xfrm>
            <a:off x="3822859" y="1833086"/>
            <a:ext cx="1498163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Complejidad de los datos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057406" y="2056209"/>
            <a:ext cx="510302" cy="510302"/>
          </a:xfrm>
          <a:prstGeom prst="roundRect">
            <a:avLst>
              <a:gd name="adj" fmla="val 360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4922" y="2183725"/>
            <a:ext cx="255151" cy="25515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31324" y="1629013"/>
            <a:ext cx="2518886" cy="136469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3" name="Shape 9"/>
          <p:cNvSpPr/>
          <p:nvPr/>
        </p:nvSpPr>
        <p:spPr>
          <a:xfrm>
            <a:off x="5831324" y="1629013"/>
            <a:ext cx="22860" cy="1364694"/>
          </a:xfrm>
          <a:prstGeom prst="roundRect">
            <a:avLst>
              <a:gd name="adj" fmla="val 803720"/>
            </a:avLst>
          </a:prstGeom>
          <a:solidFill>
            <a:srgbClr val="CED9CE"/>
          </a:solidFill>
          <a:ln/>
        </p:spPr>
      </p:sp>
      <p:sp>
        <p:nvSpPr>
          <p:cNvPr id="14" name="Text 10"/>
          <p:cNvSpPr/>
          <p:nvPr/>
        </p:nvSpPr>
        <p:spPr>
          <a:xfrm>
            <a:off x="6341626" y="1833086"/>
            <a:ext cx="1804511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Necesidad de mejora tecnológica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576173" y="2056209"/>
            <a:ext cx="510302" cy="510302"/>
          </a:xfrm>
          <a:prstGeom prst="roundRect">
            <a:avLst>
              <a:gd name="adj" fmla="val 360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3689" y="2183725"/>
            <a:ext cx="255151" cy="2551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3790" y="3406973"/>
            <a:ext cx="312646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150" y="3452813"/>
            <a:ext cx="276582" cy="3159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8750" y="3406973"/>
            <a:ext cx="312646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93790" y="4304467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Observatorio Medioambiental Digital</a:t>
            </a:r>
            <a:endParaRPr lang="en-US" sz="4000" dirty="0"/>
          </a:p>
        </p:txBody>
      </p:sp>
      <p:sp>
        <p:nvSpPr>
          <p:cNvPr id="21" name="Shape 15"/>
          <p:cNvSpPr/>
          <p:nvPr/>
        </p:nvSpPr>
        <p:spPr>
          <a:xfrm>
            <a:off x="793790" y="5886450"/>
            <a:ext cx="3676174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2" name="Text 16"/>
          <p:cNvSpPr/>
          <p:nvPr/>
        </p:nvSpPr>
        <p:spPr>
          <a:xfrm>
            <a:off x="997863" y="60905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Democratización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4674037" y="5886450"/>
            <a:ext cx="3676174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4" name="Text 18"/>
          <p:cNvSpPr/>
          <p:nvPr/>
        </p:nvSpPr>
        <p:spPr>
          <a:xfrm>
            <a:off x="4878110" y="60905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Centralización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93790" y="6817519"/>
            <a:ext cx="7556421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6" name="Text 20"/>
          <p:cNvSpPr/>
          <p:nvPr/>
        </p:nvSpPr>
        <p:spPr>
          <a:xfrm>
            <a:off x="997863" y="702159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Mejora tecnológica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2025-11-18T03:17:19Z</dcterms:created>
  <dcterms:modified xsi:type="dcterms:W3CDTF">2025-11-18T03:17:19Z</dcterms:modified>
</cp:coreProperties>
</file>